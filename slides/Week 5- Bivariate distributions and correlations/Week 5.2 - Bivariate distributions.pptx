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8" r:id="rId2"/>
    <p:sldId id="279" r:id="rId3"/>
    <p:sldId id="297" r:id="rId4"/>
    <p:sldId id="302" r:id="rId5"/>
    <p:sldId id="292" r:id="rId6"/>
    <p:sldId id="291" r:id="rId7"/>
    <p:sldId id="289" r:id="rId8"/>
    <p:sldId id="264" r:id="rId9"/>
    <p:sldId id="277" r:id="rId10"/>
    <p:sldId id="288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110E3-8632-433E-BF9D-9E887B05ECBC}" v="1495" dt="2023-07-03T17:14:31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755" autoAdjust="0"/>
  </p:normalViewPr>
  <p:slideViewPr>
    <p:cSldViewPr snapToGrid="0">
      <p:cViewPr varScale="1">
        <p:scale>
          <a:sx n="87" d="100"/>
          <a:sy n="87" d="100"/>
        </p:scale>
        <p:origin x="147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en-Ming Chen" userId="2ed555a260ca561e" providerId="LiveId" clId="{FC9110E3-8632-433E-BF9D-9E887B05ECBC}"/>
    <pc:docChg chg="custSel addSld delSld modSld">
      <pc:chgData name="Chien-Ming Chen" userId="2ed555a260ca561e" providerId="LiveId" clId="{FC9110E3-8632-433E-BF9D-9E887B05ECBC}" dt="2023-07-03T17:14:31.581" v="2801"/>
      <pc:docMkLst>
        <pc:docMk/>
      </pc:docMkLst>
      <pc:sldChg chg="addSp delSp modSp mod modTransition modAnim">
        <pc:chgData name="Chien-Ming Chen" userId="2ed555a260ca561e" providerId="LiveId" clId="{FC9110E3-8632-433E-BF9D-9E887B05ECBC}" dt="2023-07-03T16:07:23.750" v="2364"/>
        <pc:sldMkLst>
          <pc:docMk/>
          <pc:sldMk cId="1109142262" sldId="279"/>
        </pc:sldMkLst>
        <pc:spChg chg="mod">
          <ac:chgData name="Chien-Ming Chen" userId="2ed555a260ca561e" providerId="LiveId" clId="{FC9110E3-8632-433E-BF9D-9E887B05ECBC}" dt="2023-07-03T08:23:15.641" v="2349" actId="20577"/>
          <ac:spMkLst>
            <pc:docMk/>
            <pc:sldMk cId="1109142262" sldId="279"/>
            <ac:spMk id="3" creationId="{0585DD55-B72D-4135-A5DC-43494B582AB5}"/>
          </ac:spMkLst>
        </pc:spChg>
        <pc:picChg chg="add del mod ord">
          <ac:chgData name="Chien-Ming Chen" userId="2ed555a260ca561e" providerId="LiveId" clId="{FC9110E3-8632-433E-BF9D-9E887B05ECBC}" dt="2023-07-03T16:04:46.979" v="2358"/>
          <ac:picMkLst>
            <pc:docMk/>
            <pc:sldMk cId="1109142262" sldId="279"/>
            <ac:picMk id="6" creationId="{EA65881D-2C70-AEAF-C49E-565E570FAAD0}"/>
          </ac:picMkLst>
        </pc:picChg>
        <pc:picChg chg="add del mod">
          <ac:chgData name="Chien-Ming Chen" userId="2ed555a260ca561e" providerId="LiveId" clId="{FC9110E3-8632-433E-BF9D-9E887B05ECBC}" dt="2023-07-03T16:04:51.269" v="2360"/>
          <ac:picMkLst>
            <pc:docMk/>
            <pc:sldMk cId="1109142262" sldId="279"/>
            <ac:picMk id="7" creationId="{E1B70835-481E-7B21-8CD6-F8DAEF3C6770}"/>
          </ac:picMkLst>
        </pc:picChg>
        <pc:picChg chg="add del mod">
          <ac:chgData name="Chien-Ming Chen" userId="2ed555a260ca561e" providerId="LiveId" clId="{FC9110E3-8632-433E-BF9D-9E887B05ECBC}" dt="2023-07-03T08:01:21.074" v="2234"/>
          <ac:picMkLst>
            <pc:docMk/>
            <pc:sldMk cId="1109142262" sldId="279"/>
            <ac:picMk id="8" creationId="{2BD87ECB-845F-9455-C0B2-23EEB927302E}"/>
          </ac:picMkLst>
        </pc:picChg>
        <pc:picChg chg="add del mod">
          <ac:chgData name="Chien-Ming Chen" userId="2ed555a260ca561e" providerId="LiveId" clId="{FC9110E3-8632-433E-BF9D-9E887B05ECBC}" dt="2023-07-03T08:01:27.718" v="2236"/>
          <ac:picMkLst>
            <pc:docMk/>
            <pc:sldMk cId="1109142262" sldId="279"/>
            <ac:picMk id="9" creationId="{874695C9-5912-7E9A-B29C-BA67A77E4F7A}"/>
          </ac:picMkLst>
        </pc:picChg>
        <pc:picChg chg="add del mod ord">
          <ac:chgData name="Chien-Ming Chen" userId="2ed555a260ca561e" providerId="LiveId" clId="{FC9110E3-8632-433E-BF9D-9E887B05ECBC}" dt="2023-07-03T16:04:55.776" v="2361"/>
          <ac:picMkLst>
            <pc:docMk/>
            <pc:sldMk cId="1109142262" sldId="279"/>
            <ac:picMk id="10" creationId="{D3B48F03-8B7C-8CD3-CF26-03A83F2DA444}"/>
          </ac:picMkLst>
        </pc:picChg>
        <pc:picChg chg="add del mod">
          <ac:chgData name="Chien-Ming Chen" userId="2ed555a260ca561e" providerId="LiveId" clId="{FC9110E3-8632-433E-BF9D-9E887B05ECBC}" dt="2023-07-03T16:05:02.677" v="2363"/>
          <ac:picMkLst>
            <pc:docMk/>
            <pc:sldMk cId="1109142262" sldId="279"/>
            <ac:picMk id="11" creationId="{88C41FCE-BC41-AD3C-881C-3ED238D92C70}"/>
          </ac:picMkLst>
        </pc:picChg>
        <pc:picChg chg="add del mod ord">
          <ac:chgData name="Chien-Ming Chen" userId="2ed555a260ca561e" providerId="LiveId" clId="{FC9110E3-8632-433E-BF9D-9E887B05ECBC}" dt="2023-07-03T08:01:34.464" v="2237"/>
          <ac:picMkLst>
            <pc:docMk/>
            <pc:sldMk cId="1109142262" sldId="279"/>
            <ac:picMk id="12" creationId="{544DB814-A927-8BEE-62B2-6073786799DE}"/>
          </ac:picMkLst>
        </pc:picChg>
        <pc:picChg chg="add del mod">
          <ac:chgData name="Chien-Ming Chen" userId="2ed555a260ca561e" providerId="LiveId" clId="{FC9110E3-8632-433E-BF9D-9E887B05ECBC}" dt="2023-07-03T08:01:37.487" v="2239"/>
          <ac:picMkLst>
            <pc:docMk/>
            <pc:sldMk cId="1109142262" sldId="279"/>
            <ac:picMk id="13" creationId="{CCE8BA5F-CB02-D832-C09B-5956B106354C}"/>
          </ac:picMkLst>
        </pc:picChg>
        <pc:picChg chg="add del mod ord">
          <ac:chgData name="Chien-Ming Chen" userId="2ed555a260ca561e" providerId="LiveId" clId="{FC9110E3-8632-433E-BF9D-9E887B05ECBC}" dt="2023-07-03T16:07:23.750" v="2364"/>
          <ac:picMkLst>
            <pc:docMk/>
            <pc:sldMk cId="1109142262" sldId="279"/>
            <ac:picMk id="14" creationId="{50D7FBDA-E343-6064-B5B2-4F1E77E86DB7}"/>
          </ac:picMkLst>
        </pc:picChg>
        <pc:picChg chg="add del mod ord">
          <ac:chgData name="Chien-Ming Chen" userId="2ed555a260ca561e" providerId="LiveId" clId="{FC9110E3-8632-433E-BF9D-9E887B05ECBC}" dt="2023-07-03T08:01:43.446" v="2240"/>
          <ac:picMkLst>
            <pc:docMk/>
            <pc:sldMk cId="1109142262" sldId="279"/>
            <ac:picMk id="16" creationId="{2FDCAA8B-4829-197E-AC07-D62B30DA0E60}"/>
          </ac:picMkLst>
        </pc:picChg>
        <pc:picChg chg="add mod">
          <ac:chgData name="Chien-Ming Chen" userId="2ed555a260ca561e" providerId="LiveId" clId="{FC9110E3-8632-433E-BF9D-9E887B05ECBC}" dt="2023-07-03T16:07:23.750" v="2364"/>
          <ac:picMkLst>
            <pc:docMk/>
            <pc:sldMk cId="1109142262" sldId="279"/>
            <ac:picMk id="16" creationId="{731B6231-CB08-DE03-85E7-06E19DE60C31}"/>
          </ac:picMkLst>
        </pc:picChg>
        <pc:picChg chg="add del mod">
          <ac:chgData name="Chien-Ming Chen" userId="2ed555a260ca561e" providerId="LiveId" clId="{FC9110E3-8632-433E-BF9D-9E887B05ECBC}" dt="2023-07-03T08:01:46.607" v="2242"/>
          <ac:picMkLst>
            <pc:docMk/>
            <pc:sldMk cId="1109142262" sldId="279"/>
            <ac:picMk id="17" creationId="{A824F33D-E187-822E-0304-A04AE570A098}"/>
          </ac:picMkLst>
        </pc:picChg>
        <pc:picChg chg="add del mod ord">
          <ac:chgData name="Chien-Ming Chen" userId="2ed555a260ca561e" providerId="LiveId" clId="{FC9110E3-8632-433E-BF9D-9E887B05ECBC}" dt="2023-07-03T08:01:55.701" v="2243"/>
          <ac:picMkLst>
            <pc:docMk/>
            <pc:sldMk cId="1109142262" sldId="279"/>
            <ac:picMk id="20" creationId="{B0699C0A-25CD-A8F4-90F3-9B0387262511}"/>
          </ac:picMkLst>
        </pc:picChg>
        <pc:picChg chg="add del mod">
          <ac:chgData name="Chien-Ming Chen" userId="2ed555a260ca561e" providerId="LiveId" clId="{FC9110E3-8632-433E-BF9D-9E887B05ECBC}" dt="2023-07-03T08:01:58.894" v="2245"/>
          <ac:picMkLst>
            <pc:docMk/>
            <pc:sldMk cId="1109142262" sldId="279"/>
            <ac:picMk id="21" creationId="{9405B727-3E67-9856-5333-14F48B2F0BAC}"/>
          </ac:picMkLst>
        </pc:picChg>
        <pc:picChg chg="add del mod ord">
          <ac:chgData name="Chien-Ming Chen" userId="2ed555a260ca561e" providerId="LiveId" clId="{FC9110E3-8632-433E-BF9D-9E887B05ECBC}" dt="2023-07-03T08:02:04.721" v="2246"/>
          <ac:picMkLst>
            <pc:docMk/>
            <pc:sldMk cId="1109142262" sldId="279"/>
            <ac:picMk id="24" creationId="{C8E80A17-0798-A471-1DEC-750FD79194F0}"/>
          </ac:picMkLst>
        </pc:picChg>
        <pc:picChg chg="add del mod">
          <ac:chgData name="Chien-Ming Chen" userId="2ed555a260ca561e" providerId="LiveId" clId="{FC9110E3-8632-433E-BF9D-9E887B05ECBC}" dt="2023-07-03T08:02:08.021" v="2248"/>
          <ac:picMkLst>
            <pc:docMk/>
            <pc:sldMk cId="1109142262" sldId="279"/>
            <ac:picMk id="25" creationId="{841D0482-3379-3A64-5A93-43A2AA6BC775}"/>
          </ac:picMkLst>
        </pc:picChg>
        <pc:picChg chg="add del mod ord">
          <ac:chgData name="Chien-Ming Chen" userId="2ed555a260ca561e" providerId="LiveId" clId="{FC9110E3-8632-433E-BF9D-9E887B05ECBC}" dt="2023-07-03T08:02:14.041" v="2249"/>
          <ac:picMkLst>
            <pc:docMk/>
            <pc:sldMk cId="1109142262" sldId="279"/>
            <ac:picMk id="28" creationId="{CD1A5407-E8AD-CCED-F2F7-FBE890C32DCD}"/>
          </ac:picMkLst>
        </pc:picChg>
        <pc:picChg chg="add del mod">
          <ac:chgData name="Chien-Ming Chen" userId="2ed555a260ca561e" providerId="LiveId" clId="{FC9110E3-8632-433E-BF9D-9E887B05ECBC}" dt="2023-07-03T08:02:38.618" v="2251"/>
          <ac:picMkLst>
            <pc:docMk/>
            <pc:sldMk cId="1109142262" sldId="279"/>
            <ac:picMk id="29" creationId="{EFE20DAA-8177-AB39-125B-C06E34611DE0}"/>
          </ac:picMkLst>
        </pc:picChg>
        <pc:picChg chg="add del mod ord">
          <ac:chgData name="Chien-Ming Chen" userId="2ed555a260ca561e" providerId="LiveId" clId="{FC9110E3-8632-433E-BF9D-9E887B05ECBC}" dt="2023-07-03T08:02:58.161" v="2252"/>
          <ac:picMkLst>
            <pc:docMk/>
            <pc:sldMk cId="1109142262" sldId="279"/>
            <ac:picMk id="32" creationId="{2725744B-F0DD-CA3F-5727-B5F17410BE93}"/>
          </ac:picMkLst>
        </pc:picChg>
        <pc:picChg chg="add del mod">
          <ac:chgData name="Chien-Ming Chen" userId="2ed555a260ca561e" providerId="LiveId" clId="{FC9110E3-8632-433E-BF9D-9E887B05ECBC}" dt="2023-07-03T08:03:10.292" v="2254"/>
          <ac:picMkLst>
            <pc:docMk/>
            <pc:sldMk cId="1109142262" sldId="279"/>
            <ac:picMk id="33" creationId="{8C499F1E-FEB0-8BC8-6A89-C66503623E10}"/>
          </ac:picMkLst>
        </pc:picChg>
        <pc:picChg chg="add del mod ord">
          <ac:chgData name="Chien-Ming Chen" userId="2ed555a260ca561e" providerId="LiveId" clId="{FC9110E3-8632-433E-BF9D-9E887B05ECBC}" dt="2023-07-03T08:03:16.132" v="2255"/>
          <ac:picMkLst>
            <pc:docMk/>
            <pc:sldMk cId="1109142262" sldId="279"/>
            <ac:picMk id="36" creationId="{F09CD8D1-7EBB-3611-9B3C-E6C54DB279DD}"/>
          </ac:picMkLst>
        </pc:picChg>
        <pc:picChg chg="add del mod">
          <ac:chgData name="Chien-Ming Chen" userId="2ed555a260ca561e" providerId="LiveId" clId="{FC9110E3-8632-433E-BF9D-9E887B05ECBC}" dt="2023-07-03T08:03:23.822" v="2257"/>
          <ac:picMkLst>
            <pc:docMk/>
            <pc:sldMk cId="1109142262" sldId="279"/>
            <ac:picMk id="37" creationId="{6543A16B-98B6-08E6-E37B-DD0647A0DC39}"/>
          </ac:picMkLst>
        </pc:picChg>
        <pc:picChg chg="add del mod ord">
          <ac:chgData name="Chien-Ming Chen" userId="2ed555a260ca561e" providerId="LiveId" clId="{FC9110E3-8632-433E-BF9D-9E887B05ECBC}" dt="2023-07-03T08:03:41.150" v="2258"/>
          <ac:picMkLst>
            <pc:docMk/>
            <pc:sldMk cId="1109142262" sldId="279"/>
            <ac:picMk id="40" creationId="{32DFD2EA-90AF-00FC-206D-C8DFFF9C80F2}"/>
          </ac:picMkLst>
        </pc:picChg>
        <pc:picChg chg="add del mod">
          <ac:chgData name="Chien-Ming Chen" userId="2ed555a260ca561e" providerId="LiveId" clId="{FC9110E3-8632-433E-BF9D-9E887B05ECBC}" dt="2023-07-03T08:03:43.863" v="2260"/>
          <ac:picMkLst>
            <pc:docMk/>
            <pc:sldMk cId="1109142262" sldId="279"/>
            <ac:picMk id="41" creationId="{6DC81F56-CFF2-B1B0-2831-D4F3623E123B}"/>
          </ac:picMkLst>
        </pc:picChg>
        <pc:picChg chg="add del mod ord">
          <ac:chgData name="Chien-Ming Chen" userId="2ed555a260ca561e" providerId="LiveId" clId="{FC9110E3-8632-433E-BF9D-9E887B05ECBC}" dt="2023-07-03T08:04:15.888" v="2261"/>
          <ac:picMkLst>
            <pc:docMk/>
            <pc:sldMk cId="1109142262" sldId="279"/>
            <ac:picMk id="44" creationId="{887D2F2B-252F-93F6-9948-969FA5AB1146}"/>
          </ac:picMkLst>
        </pc:picChg>
        <pc:picChg chg="add del mod">
          <ac:chgData name="Chien-Ming Chen" userId="2ed555a260ca561e" providerId="LiveId" clId="{FC9110E3-8632-433E-BF9D-9E887B05ECBC}" dt="2023-07-03T08:04:33.808" v="2265"/>
          <ac:picMkLst>
            <pc:docMk/>
            <pc:sldMk cId="1109142262" sldId="279"/>
            <ac:picMk id="45" creationId="{F3AFB004-7BFE-93E0-9E3A-0826C718CC93}"/>
          </ac:picMkLst>
        </pc:picChg>
        <pc:picChg chg="add del mod ord">
          <ac:chgData name="Chien-Ming Chen" userId="2ed555a260ca561e" providerId="LiveId" clId="{FC9110E3-8632-433E-BF9D-9E887B05ECBC}" dt="2023-07-03T08:04:38.836" v="2266"/>
          <ac:picMkLst>
            <pc:docMk/>
            <pc:sldMk cId="1109142262" sldId="279"/>
            <ac:picMk id="49" creationId="{1A467FBF-3AC3-B210-2805-68BCB137201E}"/>
          </ac:picMkLst>
        </pc:picChg>
        <pc:picChg chg="add del mod">
          <ac:chgData name="Chien-Ming Chen" userId="2ed555a260ca561e" providerId="LiveId" clId="{FC9110E3-8632-433E-BF9D-9E887B05ECBC}" dt="2023-07-03T08:04:51.813" v="2268"/>
          <ac:picMkLst>
            <pc:docMk/>
            <pc:sldMk cId="1109142262" sldId="279"/>
            <ac:picMk id="50" creationId="{BBCBDE9E-CCDF-94F1-D6F0-E033898B5939}"/>
          </ac:picMkLst>
        </pc:picChg>
        <pc:picChg chg="add del mod ord">
          <ac:chgData name="Chien-Ming Chen" userId="2ed555a260ca561e" providerId="LiveId" clId="{FC9110E3-8632-433E-BF9D-9E887B05ECBC}" dt="2023-07-03T08:05:42.825" v="2269"/>
          <ac:picMkLst>
            <pc:docMk/>
            <pc:sldMk cId="1109142262" sldId="279"/>
            <ac:picMk id="53" creationId="{0AF4903E-C3D8-0991-2C32-CC4E15668155}"/>
          </ac:picMkLst>
        </pc:picChg>
        <pc:picChg chg="add del mod">
          <ac:chgData name="Chien-Ming Chen" userId="2ed555a260ca561e" providerId="LiveId" clId="{FC9110E3-8632-433E-BF9D-9E887B05ECBC}" dt="2023-07-03T08:06:21.707" v="2305"/>
          <ac:picMkLst>
            <pc:docMk/>
            <pc:sldMk cId="1109142262" sldId="279"/>
            <ac:picMk id="54" creationId="{E1B8F757-157B-BCC6-DA67-12C02DFD53EC}"/>
          </ac:picMkLst>
        </pc:picChg>
        <pc:picChg chg="add del mod ord">
          <ac:chgData name="Chien-Ming Chen" userId="2ed555a260ca561e" providerId="LiveId" clId="{FC9110E3-8632-433E-BF9D-9E887B05ECBC}" dt="2023-07-03T08:06:56.537" v="2306"/>
          <ac:picMkLst>
            <pc:docMk/>
            <pc:sldMk cId="1109142262" sldId="279"/>
            <ac:picMk id="58" creationId="{077AA76C-5790-9FC5-D91D-8D56961078AF}"/>
          </ac:picMkLst>
        </pc:picChg>
        <pc:picChg chg="add del mod">
          <ac:chgData name="Chien-Ming Chen" userId="2ed555a260ca561e" providerId="LiveId" clId="{FC9110E3-8632-433E-BF9D-9E887B05ECBC}" dt="2023-07-03T08:07:00.307" v="2308"/>
          <ac:picMkLst>
            <pc:docMk/>
            <pc:sldMk cId="1109142262" sldId="279"/>
            <ac:picMk id="59" creationId="{55270B22-095F-BDF2-A194-6F8E6D1D2F81}"/>
          </ac:picMkLst>
        </pc:picChg>
        <pc:picChg chg="add del mod ord">
          <ac:chgData name="Chien-Ming Chen" userId="2ed555a260ca561e" providerId="LiveId" clId="{FC9110E3-8632-433E-BF9D-9E887B05ECBC}" dt="2023-07-03T08:07:07.131" v="2309"/>
          <ac:picMkLst>
            <pc:docMk/>
            <pc:sldMk cId="1109142262" sldId="279"/>
            <ac:picMk id="62" creationId="{F13A6500-103D-9EE3-53E3-A73FD917B5D5}"/>
          </ac:picMkLst>
        </pc:picChg>
        <pc:picChg chg="add del mod">
          <ac:chgData name="Chien-Ming Chen" userId="2ed555a260ca561e" providerId="LiveId" clId="{FC9110E3-8632-433E-BF9D-9E887B05ECBC}" dt="2023-07-03T08:07:10.635" v="2311"/>
          <ac:picMkLst>
            <pc:docMk/>
            <pc:sldMk cId="1109142262" sldId="279"/>
            <ac:picMk id="63" creationId="{542AA84D-E0F2-0D18-7ABE-389058015575}"/>
          </ac:picMkLst>
        </pc:picChg>
        <pc:picChg chg="add del mod ord">
          <ac:chgData name="Chien-Ming Chen" userId="2ed555a260ca561e" providerId="LiveId" clId="{FC9110E3-8632-433E-BF9D-9E887B05ECBC}" dt="2023-07-03T08:08:03.519" v="2312"/>
          <ac:picMkLst>
            <pc:docMk/>
            <pc:sldMk cId="1109142262" sldId="279"/>
            <ac:picMk id="66" creationId="{54279546-5C1E-068C-9BEB-08C53726C3C1}"/>
          </ac:picMkLst>
        </pc:picChg>
        <pc:picChg chg="add del mod">
          <ac:chgData name="Chien-Ming Chen" userId="2ed555a260ca561e" providerId="LiveId" clId="{FC9110E3-8632-433E-BF9D-9E887B05ECBC}" dt="2023-07-03T08:08:06.650" v="2314"/>
          <ac:picMkLst>
            <pc:docMk/>
            <pc:sldMk cId="1109142262" sldId="279"/>
            <ac:picMk id="67" creationId="{95ED8F52-6948-05E0-4CF4-7478250738DB}"/>
          </ac:picMkLst>
        </pc:picChg>
        <pc:picChg chg="add del mod ord">
          <ac:chgData name="Chien-Ming Chen" userId="2ed555a260ca561e" providerId="LiveId" clId="{FC9110E3-8632-433E-BF9D-9E887B05ECBC}" dt="2023-07-03T08:08:13.767" v="2315"/>
          <ac:picMkLst>
            <pc:docMk/>
            <pc:sldMk cId="1109142262" sldId="279"/>
            <ac:picMk id="70" creationId="{597AEEA1-EB57-5B5E-AE42-1B4BCF5261EA}"/>
          </ac:picMkLst>
        </pc:picChg>
        <pc:picChg chg="add del mod">
          <ac:chgData name="Chien-Ming Chen" userId="2ed555a260ca561e" providerId="LiveId" clId="{FC9110E3-8632-433E-BF9D-9E887B05ECBC}" dt="2023-07-03T08:08:16.929" v="2317"/>
          <ac:picMkLst>
            <pc:docMk/>
            <pc:sldMk cId="1109142262" sldId="279"/>
            <ac:picMk id="71" creationId="{93D69421-0237-DAE6-4D12-2346C48214F6}"/>
          </ac:picMkLst>
        </pc:picChg>
        <pc:picChg chg="add del mod ord">
          <ac:chgData name="Chien-Ming Chen" userId="2ed555a260ca561e" providerId="LiveId" clId="{FC9110E3-8632-433E-BF9D-9E887B05ECBC}" dt="2023-07-03T08:09:42.949" v="2318"/>
          <ac:picMkLst>
            <pc:docMk/>
            <pc:sldMk cId="1109142262" sldId="279"/>
            <ac:picMk id="74" creationId="{576289B4-C350-6EA8-CC79-D9DD9AE67179}"/>
          </ac:picMkLst>
        </pc:picChg>
        <pc:picChg chg="add del mod">
          <ac:chgData name="Chien-Ming Chen" userId="2ed555a260ca561e" providerId="LiveId" clId="{FC9110E3-8632-433E-BF9D-9E887B05ECBC}" dt="2023-07-03T08:09:47.099" v="2320"/>
          <ac:picMkLst>
            <pc:docMk/>
            <pc:sldMk cId="1109142262" sldId="279"/>
            <ac:picMk id="75" creationId="{C14B0D7D-2FC1-BAE9-B96C-6F1051B1F391}"/>
          </ac:picMkLst>
        </pc:picChg>
        <pc:picChg chg="add del mod ord">
          <ac:chgData name="Chien-Ming Chen" userId="2ed555a260ca561e" providerId="LiveId" clId="{FC9110E3-8632-433E-BF9D-9E887B05ECBC}" dt="2023-07-03T08:10:06.997" v="2321"/>
          <ac:picMkLst>
            <pc:docMk/>
            <pc:sldMk cId="1109142262" sldId="279"/>
            <ac:picMk id="78" creationId="{267F7D49-33C8-FFA7-273C-EDEFFBE7DEBA}"/>
          </ac:picMkLst>
        </pc:picChg>
        <pc:picChg chg="add del mod">
          <ac:chgData name="Chien-Ming Chen" userId="2ed555a260ca561e" providerId="LiveId" clId="{FC9110E3-8632-433E-BF9D-9E887B05ECBC}" dt="2023-07-03T08:10:09.766" v="2323"/>
          <ac:picMkLst>
            <pc:docMk/>
            <pc:sldMk cId="1109142262" sldId="279"/>
            <ac:picMk id="79" creationId="{241838E1-A0CE-2746-E00A-0F6A4F80D887}"/>
          </ac:picMkLst>
        </pc:picChg>
        <pc:picChg chg="add del mod ord">
          <ac:chgData name="Chien-Ming Chen" userId="2ed555a260ca561e" providerId="LiveId" clId="{FC9110E3-8632-433E-BF9D-9E887B05ECBC}" dt="2023-07-03T08:11:54.289" v="2324"/>
          <ac:picMkLst>
            <pc:docMk/>
            <pc:sldMk cId="1109142262" sldId="279"/>
            <ac:picMk id="82" creationId="{5AE351F8-9A23-2C1D-7133-B46EDF58D449}"/>
          </ac:picMkLst>
        </pc:picChg>
        <pc:picChg chg="add del mod">
          <ac:chgData name="Chien-Ming Chen" userId="2ed555a260ca561e" providerId="LiveId" clId="{FC9110E3-8632-433E-BF9D-9E887B05ECBC}" dt="2023-07-03T08:11:59.138" v="2326"/>
          <ac:picMkLst>
            <pc:docMk/>
            <pc:sldMk cId="1109142262" sldId="279"/>
            <ac:picMk id="83" creationId="{9B8DDCBB-8ED2-0852-7FC1-802467C01450}"/>
          </ac:picMkLst>
        </pc:picChg>
        <pc:picChg chg="add del mod ord">
          <ac:chgData name="Chien-Ming Chen" userId="2ed555a260ca561e" providerId="LiveId" clId="{FC9110E3-8632-433E-BF9D-9E887B05ECBC}" dt="2023-07-03T08:13:07.223" v="2327"/>
          <ac:picMkLst>
            <pc:docMk/>
            <pc:sldMk cId="1109142262" sldId="279"/>
            <ac:picMk id="86" creationId="{7A11D3F1-79A0-54B3-3541-F3728A89D22E}"/>
          </ac:picMkLst>
        </pc:picChg>
        <pc:picChg chg="add del mod">
          <ac:chgData name="Chien-Ming Chen" userId="2ed555a260ca561e" providerId="LiveId" clId="{FC9110E3-8632-433E-BF9D-9E887B05ECBC}" dt="2023-07-03T08:13:10.129" v="2329"/>
          <ac:picMkLst>
            <pc:docMk/>
            <pc:sldMk cId="1109142262" sldId="279"/>
            <ac:picMk id="87" creationId="{E1F30D77-1FA4-6776-2715-4E054499DA7A}"/>
          </ac:picMkLst>
        </pc:picChg>
        <pc:picChg chg="add del mod ord">
          <ac:chgData name="Chien-Ming Chen" userId="2ed555a260ca561e" providerId="LiveId" clId="{FC9110E3-8632-433E-BF9D-9E887B05ECBC}" dt="2023-07-03T08:15:24.434" v="2330"/>
          <ac:picMkLst>
            <pc:docMk/>
            <pc:sldMk cId="1109142262" sldId="279"/>
            <ac:picMk id="90" creationId="{BC3A9E6A-5603-0AE8-CFE4-287FE4FD6F6B}"/>
          </ac:picMkLst>
        </pc:picChg>
        <pc:picChg chg="add del mod">
          <ac:chgData name="Chien-Ming Chen" userId="2ed555a260ca561e" providerId="LiveId" clId="{FC9110E3-8632-433E-BF9D-9E887B05ECBC}" dt="2023-07-03T08:15:41.390" v="2332"/>
          <ac:picMkLst>
            <pc:docMk/>
            <pc:sldMk cId="1109142262" sldId="279"/>
            <ac:picMk id="91" creationId="{1E262F2E-46BE-6550-7D5B-AEC2DECBE118}"/>
          </ac:picMkLst>
        </pc:picChg>
        <pc:picChg chg="add del mod ord">
          <ac:chgData name="Chien-Ming Chen" userId="2ed555a260ca561e" providerId="LiveId" clId="{FC9110E3-8632-433E-BF9D-9E887B05ECBC}" dt="2023-07-03T08:16:38.894" v="2333"/>
          <ac:picMkLst>
            <pc:docMk/>
            <pc:sldMk cId="1109142262" sldId="279"/>
            <ac:picMk id="94" creationId="{BD05B5E1-D8D0-C4F2-A233-E290CA36C3BA}"/>
          </ac:picMkLst>
        </pc:picChg>
        <pc:picChg chg="add del mod">
          <ac:chgData name="Chien-Ming Chen" userId="2ed555a260ca561e" providerId="LiveId" clId="{FC9110E3-8632-433E-BF9D-9E887B05ECBC}" dt="2023-07-03T08:16:41.707" v="2335"/>
          <ac:picMkLst>
            <pc:docMk/>
            <pc:sldMk cId="1109142262" sldId="279"/>
            <ac:picMk id="95" creationId="{6A9E2D83-4246-AE1B-305C-4307B626E7E8}"/>
          </ac:picMkLst>
        </pc:picChg>
        <pc:picChg chg="add del mod ord">
          <ac:chgData name="Chien-Ming Chen" userId="2ed555a260ca561e" providerId="LiveId" clId="{FC9110E3-8632-433E-BF9D-9E887B05ECBC}" dt="2023-07-03T08:16:46.911" v="2336"/>
          <ac:picMkLst>
            <pc:docMk/>
            <pc:sldMk cId="1109142262" sldId="279"/>
            <ac:picMk id="98" creationId="{D5FF5B23-71BD-7978-9577-C0809A4BCC07}"/>
          </ac:picMkLst>
        </pc:picChg>
        <pc:picChg chg="add del mod">
          <ac:chgData name="Chien-Ming Chen" userId="2ed555a260ca561e" providerId="LiveId" clId="{FC9110E3-8632-433E-BF9D-9E887B05ECBC}" dt="2023-07-03T08:17:14.053" v="2338"/>
          <ac:picMkLst>
            <pc:docMk/>
            <pc:sldMk cId="1109142262" sldId="279"/>
            <ac:picMk id="99" creationId="{06EC64F5-D14C-1767-06D9-6D824451EFC5}"/>
          </ac:picMkLst>
        </pc:picChg>
        <pc:picChg chg="add del mod ord">
          <ac:chgData name="Chien-Ming Chen" userId="2ed555a260ca561e" providerId="LiveId" clId="{FC9110E3-8632-433E-BF9D-9E887B05ECBC}" dt="2023-07-03T08:18:10.736" v="2339"/>
          <ac:picMkLst>
            <pc:docMk/>
            <pc:sldMk cId="1109142262" sldId="279"/>
            <ac:picMk id="102" creationId="{15CA59E1-C02A-9E6F-ACB9-25DA69E793C0}"/>
          </ac:picMkLst>
        </pc:picChg>
        <pc:picChg chg="add del mod">
          <ac:chgData name="Chien-Ming Chen" userId="2ed555a260ca561e" providerId="LiveId" clId="{FC9110E3-8632-433E-BF9D-9E887B05ECBC}" dt="2023-07-03T08:18:14.908" v="2341"/>
          <ac:picMkLst>
            <pc:docMk/>
            <pc:sldMk cId="1109142262" sldId="279"/>
            <ac:picMk id="103" creationId="{692AD308-8DAC-6B96-207E-710BC85A29C4}"/>
          </ac:picMkLst>
        </pc:picChg>
        <pc:picChg chg="add del mod ord">
          <ac:chgData name="Chien-Ming Chen" userId="2ed555a260ca561e" providerId="LiveId" clId="{FC9110E3-8632-433E-BF9D-9E887B05ECBC}" dt="2023-07-03T08:20:30.728" v="2342"/>
          <ac:picMkLst>
            <pc:docMk/>
            <pc:sldMk cId="1109142262" sldId="279"/>
            <ac:picMk id="106" creationId="{FFF23341-85E4-576B-5FC0-FF2E9886F1FE}"/>
          </ac:picMkLst>
        </pc:picChg>
        <pc:picChg chg="add del mod">
          <ac:chgData name="Chien-Ming Chen" userId="2ed555a260ca561e" providerId="LiveId" clId="{FC9110E3-8632-433E-BF9D-9E887B05ECBC}" dt="2023-07-03T08:20:34.909" v="2344"/>
          <ac:picMkLst>
            <pc:docMk/>
            <pc:sldMk cId="1109142262" sldId="279"/>
            <ac:picMk id="108" creationId="{0481A40E-35CD-C3B8-DD81-1BAA82F70D01}"/>
          </ac:picMkLst>
        </pc:picChg>
        <pc:picChg chg="add del mod ord">
          <ac:chgData name="Chien-Ming Chen" userId="2ed555a260ca561e" providerId="LiveId" clId="{FC9110E3-8632-433E-BF9D-9E887B05ECBC}" dt="2023-07-03T08:22:08.999" v="2345"/>
          <ac:picMkLst>
            <pc:docMk/>
            <pc:sldMk cId="1109142262" sldId="279"/>
            <ac:picMk id="111" creationId="{ADCB0E98-C11A-6FE0-9140-508C16AB8218}"/>
          </ac:picMkLst>
        </pc:picChg>
        <pc:picChg chg="add del mod">
          <ac:chgData name="Chien-Ming Chen" userId="2ed555a260ca561e" providerId="LiveId" clId="{FC9110E3-8632-433E-BF9D-9E887B05ECBC}" dt="2023-07-03T08:22:11.656" v="2347"/>
          <ac:picMkLst>
            <pc:docMk/>
            <pc:sldMk cId="1109142262" sldId="279"/>
            <ac:picMk id="113" creationId="{21D5AD94-4915-51C0-75B0-A36DCF6BD66C}"/>
          </ac:picMkLst>
        </pc:picChg>
        <pc:picChg chg="add del mod ord">
          <ac:chgData name="Chien-Ming Chen" userId="2ed555a260ca561e" providerId="LiveId" clId="{FC9110E3-8632-433E-BF9D-9E887B05ECBC}" dt="2023-07-03T08:23:11.208" v="2348"/>
          <ac:picMkLst>
            <pc:docMk/>
            <pc:sldMk cId="1109142262" sldId="279"/>
            <ac:picMk id="116" creationId="{CF68FC38-B0E8-86B1-48DA-8D10C9F61F0E}"/>
          </ac:picMkLst>
        </pc:picChg>
        <pc:picChg chg="add del mod">
          <ac:chgData name="Chien-Ming Chen" userId="2ed555a260ca561e" providerId="LiveId" clId="{FC9110E3-8632-433E-BF9D-9E887B05ECBC}" dt="2023-07-03T08:23:27.590" v="2351"/>
          <ac:picMkLst>
            <pc:docMk/>
            <pc:sldMk cId="1109142262" sldId="279"/>
            <ac:picMk id="118" creationId="{45307A6E-661B-2F0E-9130-8C46F4AB390F}"/>
          </ac:picMkLst>
        </pc:picChg>
        <pc:picChg chg="add del mod ord">
          <ac:chgData name="Chien-Ming Chen" userId="2ed555a260ca561e" providerId="LiveId" clId="{FC9110E3-8632-433E-BF9D-9E887B05ECBC}" dt="2023-07-03T08:23:34.024" v="2352"/>
          <ac:picMkLst>
            <pc:docMk/>
            <pc:sldMk cId="1109142262" sldId="279"/>
            <ac:picMk id="122" creationId="{A6679DBC-D2C6-75D1-EC6C-4216D7894EFD}"/>
          </ac:picMkLst>
        </pc:picChg>
        <pc:picChg chg="add del mod">
          <ac:chgData name="Chien-Ming Chen" userId="2ed555a260ca561e" providerId="LiveId" clId="{FC9110E3-8632-433E-BF9D-9E887B05ECBC}" dt="2023-07-03T08:23:36.833" v="2354"/>
          <ac:picMkLst>
            <pc:docMk/>
            <pc:sldMk cId="1109142262" sldId="279"/>
            <ac:picMk id="123" creationId="{8FDF80FE-EF0E-61AD-7C2C-7B669358D79B}"/>
          </ac:picMkLst>
        </pc:picChg>
        <pc:picChg chg="add del mod ord">
          <ac:chgData name="Chien-Ming Chen" userId="2ed555a260ca561e" providerId="LiveId" clId="{FC9110E3-8632-433E-BF9D-9E887B05ECBC}" dt="2023-07-03T08:26:15.128" v="2355"/>
          <ac:picMkLst>
            <pc:docMk/>
            <pc:sldMk cId="1109142262" sldId="279"/>
            <ac:picMk id="126" creationId="{62D3357E-9D1D-E6FE-5A99-C29B92E19631}"/>
          </ac:picMkLst>
        </pc:picChg>
        <pc:picChg chg="add del mod">
          <ac:chgData name="Chien-Ming Chen" userId="2ed555a260ca561e" providerId="LiveId" clId="{FC9110E3-8632-433E-BF9D-9E887B05ECBC}" dt="2023-07-03T16:04:39.852" v="2357"/>
          <ac:picMkLst>
            <pc:docMk/>
            <pc:sldMk cId="1109142262" sldId="279"/>
            <ac:picMk id="128" creationId="{1748CE40-6964-7ECE-E65A-65EBD2D6E32A}"/>
          </ac:picMkLst>
        </pc:picChg>
        <pc:inkChg chg="add">
          <ac:chgData name="Chien-Ming Chen" userId="2ed555a260ca561e" providerId="LiveId" clId="{FC9110E3-8632-433E-BF9D-9E887B05ECBC}" dt="2023-07-03T16:07:23.750" v="2364"/>
          <ac:inkMkLst>
            <pc:docMk/>
            <pc:sldMk cId="1109142262" sldId="279"/>
            <ac:inkMk id="15" creationId="{76F44B01-A852-2291-ED8F-0BFF8F076C7D}"/>
          </ac:inkMkLst>
        </pc:inkChg>
        <pc:inkChg chg="add del">
          <ac:chgData name="Chien-Ming Chen" userId="2ed555a260ca561e" providerId="LiveId" clId="{FC9110E3-8632-433E-BF9D-9E887B05ECBC}" dt="2023-07-03T08:20:34.909" v="2344"/>
          <ac:inkMkLst>
            <pc:docMk/>
            <pc:sldMk cId="1109142262" sldId="279"/>
            <ac:inkMk id="107" creationId="{8D73AE9E-2E11-9A69-338F-09E90A410A73}"/>
          </ac:inkMkLst>
        </pc:inkChg>
        <pc:inkChg chg="add del">
          <ac:chgData name="Chien-Ming Chen" userId="2ed555a260ca561e" providerId="LiveId" clId="{FC9110E3-8632-433E-BF9D-9E887B05ECBC}" dt="2023-07-03T08:22:11.656" v="2347"/>
          <ac:inkMkLst>
            <pc:docMk/>
            <pc:sldMk cId="1109142262" sldId="279"/>
            <ac:inkMk id="112" creationId="{A4520E91-EA68-6E5E-1340-41F2467041AF}"/>
          </ac:inkMkLst>
        </pc:inkChg>
        <pc:inkChg chg="add del">
          <ac:chgData name="Chien-Ming Chen" userId="2ed555a260ca561e" providerId="LiveId" clId="{FC9110E3-8632-433E-BF9D-9E887B05ECBC}" dt="2023-07-03T08:23:27.590" v="2351"/>
          <ac:inkMkLst>
            <pc:docMk/>
            <pc:sldMk cId="1109142262" sldId="279"/>
            <ac:inkMk id="117" creationId="{0D73BB81-7CE5-3233-364E-C862D72E6012}"/>
          </ac:inkMkLst>
        </pc:inkChg>
        <pc:inkChg chg="add del">
          <ac:chgData name="Chien-Ming Chen" userId="2ed555a260ca561e" providerId="LiveId" clId="{FC9110E3-8632-433E-BF9D-9E887B05ECBC}" dt="2023-07-03T16:04:39.852" v="2357"/>
          <ac:inkMkLst>
            <pc:docMk/>
            <pc:sldMk cId="1109142262" sldId="279"/>
            <ac:inkMk id="127" creationId="{46BE82BD-29A1-09D6-AD41-E2A5B4617186}"/>
          </ac:inkMkLst>
        </pc:inkChg>
      </pc:sldChg>
      <pc:sldChg chg="addSp delSp modSp mod modTransition modAnim">
        <pc:chgData name="Chien-Ming Chen" userId="2ed555a260ca561e" providerId="LiveId" clId="{FC9110E3-8632-433E-BF9D-9E887B05ECBC}" dt="2023-07-03T17:14:31.581" v="2801"/>
        <pc:sldMkLst>
          <pc:docMk/>
          <pc:sldMk cId="701850013" sldId="291"/>
        </pc:sldMkLst>
        <pc:spChg chg="mod">
          <ac:chgData name="Chien-Ming Chen" userId="2ed555a260ca561e" providerId="LiveId" clId="{FC9110E3-8632-433E-BF9D-9E887B05ECBC}" dt="2023-07-03T07:16:55.886" v="2182" actId="20577"/>
          <ac:spMkLst>
            <pc:docMk/>
            <pc:sldMk cId="701850013" sldId="291"/>
            <ac:spMk id="3" creationId="{BA4A012C-5845-F3D3-B762-768CA67272C0}"/>
          </ac:spMkLst>
        </pc:spChg>
        <pc:spChg chg="mod">
          <ac:chgData name="Chien-Ming Chen" userId="2ed555a260ca561e" providerId="LiveId" clId="{FC9110E3-8632-433E-BF9D-9E887B05ECBC}" dt="2023-07-03T17:11:06.147" v="2798" actId="1076"/>
          <ac:spMkLst>
            <pc:docMk/>
            <pc:sldMk cId="701850013" sldId="291"/>
            <ac:spMk id="222" creationId="{3D6D155B-3DB0-BEC9-71FD-49EE9F8BD3D5}"/>
          </ac:spMkLst>
        </pc:spChg>
        <pc:picChg chg="add del mod ord">
          <ac:chgData name="Chien-Ming Chen" userId="2ed555a260ca561e" providerId="LiveId" clId="{FC9110E3-8632-433E-BF9D-9E887B05ECBC}" dt="2023-07-03T17:06:58.998" v="2788"/>
          <ac:picMkLst>
            <pc:docMk/>
            <pc:sldMk cId="701850013" sldId="291"/>
            <ac:picMk id="7" creationId="{7D1E88E1-C1D6-5719-0F37-784AAC5E8AF5}"/>
          </ac:picMkLst>
        </pc:picChg>
        <pc:picChg chg="add del mod">
          <ac:chgData name="Chien-Ming Chen" userId="2ed555a260ca561e" providerId="LiveId" clId="{FC9110E3-8632-433E-BF9D-9E887B05ECBC}" dt="2023-07-03T17:07:00.037" v="2790"/>
          <ac:picMkLst>
            <pc:docMk/>
            <pc:sldMk cId="701850013" sldId="291"/>
            <ac:picMk id="9" creationId="{DB02554F-9F0B-2D69-9F9E-8A0FF38459D6}"/>
          </ac:picMkLst>
        </pc:picChg>
        <pc:picChg chg="add del mod ord">
          <ac:chgData name="Chien-Ming Chen" userId="2ed555a260ca561e" providerId="LiveId" clId="{FC9110E3-8632-433E-BF9D-9E887B05ECBC}" dt="2023-07-03T17:07:48.842" v="2791"/>
          <ac:picMkLst>
            <pc:docMk/>
            <pc:sldMk cId="701850013" sldId="291"/>
            <ac:picMk id="14" creationId="{CC8815F7-8BDD-7214-E79A-52F2CB4A973F}"/>
          </ac:picMkLst>
        </pc:picChg>
        <pc:picChg chg="add del mod">
          <ac:chgData name="Chien-Ming Chen" userId="2ed555a260ca561e" providerId="LiveId" clId="{FC9110E3-8632-433E-BF9D-9E887B05ECBC}" dt="2023-07-03T17:07:49.721" v="2793"/>
          <ac:picMkLst>
            <pc:docMk/>
            <pc:sldMk cId="701850013" sldId="291"/>
            <ac:picMk id="15" creationId="{49073506-447E-4E83-38CC-4AC8CFC54B96}"/>
          </ac:picMkLst>
        </pc:picChg>
        <pc:picChg chg="add del mod ord">
          <ac:chgData name="Chien-Ming Chen" userId="2ed555a260ca561e" providerId="LiveId" clId="{FC9110E3-8632-433E-BF9D-9E887B05ECBC}" dt="2023-07-03T17:08:23.578" v="2794"/>
          <ac:picMkLst>
            <pc:docMk/>
            <pc:sldMk cId="701850013" sldId="291"/>
            <ac:picMk id="18" creationId="{C3F90166-F341-4CF0-C82A-C288936BAF19}"/>
          </ac:picMkLst>
        </pc:picChg>
        <pc:picChg chg="add del mod">
          <ac:chgData name="Chien-Ming Chen" userId="2ed555a260ca561e" providerId="LiveId" clId="{FC9110E3-8632-433E-BF9D-9E887B05ECBC}" dt="2023-07-03T17:08:24.444" v="2796"/>
          <ac:picMkLst>
            <pc:docMk/>
            <pc:sldMk cId="701850013" sldId="291"/>
            <ac:picMk id="19" creationId="{56301B1B-9B58-9E86-1C38-A54A67B18921}"/>
          </ac:picMkLst>
        </pc:picChg>
        <pc:picChg chg="add del mod ord">
          <ac:chgData name="Chien-Ming Chen" userId="2ed555a260ca561e" providerId="LiveId" clId="{FC9110E3-8632-433E-BF9D-9E887B05ECBC}" dt="2023-07-03T17:10:53.260" v="2797"/>
          <ac:picMkLst>
            <pc:docMk/>
            <pc:sldMk cId="701850013" sldId="291"/>
            <ac:picMk id="22" creationId="{E6075600-52C1-ACAF-E234-DE891DB72162}"/>
          </ac:picMkLst>
        </pc:picChg>
        <pc:picChg chg="add del mod">
          <ac:chgData name="Chien-Ming Chen" userId="2ed555a260ca561e" providerId="LiveId" clId="{FC9110E3-8632-433E-BF9D-9E887B05ECBC}" dt="2023-07-03T17:11:14.500" v="2800"/>
          <ac:picMkLst>
            <pc:docMk/>
            <pc:sldMk cId="701850013" sldId="291"/>
            <ac:picMk id="24" creationId="{3514DF13-E09E-DF27-FCAB-A525AE14DBAB}"/>
          </ac:picMkLst>
        </pc:picChg>
        <pc:picChg chg="add del mod ord">
          <ac:chgData name="Chien-Ming Chen" userId="2ed555a260ca561e" providerId="LiveId" clId="{FC9110E3-8632-433E-BF9D-9E887B05ECBC}" dt="2023-07-03T17:14:31.581" v="2801"/>
          <ac:picMkLst>
            <pc:docMk/>
            <pc:sldMk cId="701850013" sldId="291"/>
            <ac:picMk id="28" creationId="{972FE4F1-9E99-832D-882A-546A67F32DC9}"/>
          </ac:picMkLst>
        </pc:picChg>
        <pc:picChg chg="add mod">
          <ac:chgData name="Chien-Ming Chen" userId="2ed555a260ca561e" providerId="LiveId" clId="{FC9110E3-8632-433E-BF9D-9E887B05ECBC}" dt="2023-07-03T17:14:31.581" v="2801"/>
          <ac:picMkLst>
            <pc:docMk/>
            <pc:sldMk cId="701850013" sldId="291"/>
            <ac:picMk id="30" creationId="{BAB0BF58-830A-E4B7-E56B-B731B41E071C}"/>
          </ac:picMkLst>
        </pc:picChg>
        <pc:picChg chg="del">
          <ac:chgData name="Chien-Ming Chen" userId="2ed555a260ca561e" providerId="LiveId" clId="{FC9110E3-8632-433E-BF9D-9E887B05ECBC}" dt="2023-07-03T17:06:44.017" v="2787"/>
          <ac:picMkLst>
            <pc:docMk/>
            <pc:sldMk cId="701850013" sldId="291"/>
            <ac:picMk id="261" creationId="{B304F858-08B2-75C1-84E6-EE81A5ABDC58}"/>
          </ac:picMkLst>
        </pc:picChg>
        <pc:inkChg chg="add del">
          <ac:chgData name="Chien-Ming Chen" userId="2ed555a260ca561e" providerId="LiveId" clId="{FC9110E3-8632-433E-BF9D-9E887B05ECBC}" dt="2023-07-03T17:07:00.037" v="2790"/>
          <ac:inkMkLst>
            <pc:docMk/>
            <pc:sldMk cId="701850013" sldId="291"/>
            <ac:inkMk id="8" creationId="{74346BF9-A689-7C99-6223-E55144AA1384}"/>
          </ac:inkMkLst>
        </pc:inkChg>
        <pc:inkChg chg="add del">
          <ac:chgData name="Chien-Ming Chen" userId="2ed555a260ca561e" providerId="LiveId" clId="{FC9110E3-8632-433E-BF9D-9E887B05ECBC}" dt="2023-07-03T17:11:14.500" v="2800"/>
          <ac:inkMkLst>
            <pc:docMk/>
            <pc:sldMk cId="701850013" sldId="291"/>
            <ac:inkMk id="23" creationId="{CF9D14BF-4EA5-644A-05F8-0A4481EBEDE8}"/>
          </ac:inkMkLst>
        </pc:inkChg>
        <pc:inkChg chg="add">
          <ac:chgData name="Chien-Ming Chen" userId="2ed555a260ca561e" providerId="LiveId" clId="{FC9110E3-8632-433E-BF9D-9E887B05ECBC}" dt="2023-07-03T17:14:31.581" v="2801"/>
          <ac:inkMkLst>
            <pc:docMk/>
            <pc:sldMk cId="701850013" sldId="291"/>
            <ac:inkMk id="29" creationId="{B1391768-C2FF-CD31-A75F-DD96C12211DF}"/>
          </ac:inkMkLst>
        </pc:inkChg>
        <pc:inkChg chg="del">
          <ac:chgData name="Chien-Ming Chen" userId="2ed555a260ca561e" providerId="LiveId" clId="{FC9110E3-8632-433E-BF9D-9E887B05ECBC}" dt="2023-07-03T17:06:44.017" v="2787"/>
          <ac:inkMkLst>
            <pc:docMk/>
            <pc:sldMk cId="701850013" sldId="291"/>
            <ac:inkMk id="260" creationId="{C303C63F-2873-375A-F684-FDAA13F94FCB}"/>
          </ac:inkMkLst>
        </pc:inkChg>
      </pc:sldChg>
      <pc:sldChg chg="addSp delSp modSp mod modTransition modAnim">
        <pc:chgData name="Chien-Ming Chen" userId="2ed555a260ca561e" providerId="LiveId" clId="{FC9110E3-8632-433E-BF9D-9E887B05ECBC}" dt="2023-07-03T17:06:39.990" v="2785"/>
        <pc:sldMkLst>
          <pc:docMk/>
          <pc:sldMk cId="1280390954" sldId="292"/>
        </pc:sldMkLst>
        <pc:spChg chg="mod">
          <ac:chgData name="Chien-Ming Chen" userId="2ed555a260ca561e" providerId="LiveId" clId="{FC9110E3-8632-433E-BF9D-9E887B05ECBC}" dt="2023-07-03T06:59:53.813" v="1323" actId="20577"/>
          <ac:spMkLst>
            <pc:docMk/>
            <pc:sldMk cId="1280390954" sldId="292"/>
            <ac:spMk id="2" creationId="{00000000-0000-0000-0000-000000000000}"/>
          </ac:spMkLst>
        </pc:spChg>
        <pc:picChg chg="add del mod">
          <ac:chgData name="Chien-Ming Chen" userId="2ed555a260ca561e" providerId="LiveId" clId="{FC9110E3-8632-433E-BF9D-9E887B05ECBC}" dt="2023-07-03T17:04:28.636" v="2781"/>
          <ac:picMkLst>
            <pc:docMk/>
            <pc:sldMk cId="1280390954" sldId="292"/>
            <ac:picMk id="4" creationId="{3EFBC3B4-5D96-71EF-EC88-FD14C949C62D}"/>
          </ac:picMkLst>
        </pc:picChg>
        <pc:picChg chg="add del mod ord">
          <ac:chgData name="Chien-Ming Chen" userId="2ed555a260ca561e" providerId="LiveId" clId="{FC9110E3-8632-433E-BF9D-9E887B05ECBC}" dt="2023-07-03T17:05:27.219" v="2782"/>
          <ac:picMkLst>
            <pc:docMk/>
            <pc:sldMk cId="1280390954" sldId="292"/>
            <ac:picMk id="7" creationId="{14B4C6DE-9A32-3244-63BA-94D45F0528DC}"/>
          </ac:picMkLst>
        </pc:picChg>
        <pc:picChg chg="add del mod">
          <ac:chgData name="Chien-Ming Chen" userId="2ed555a260ca561e" providerId="LiveId" clId="{FC9110E3-8632-433E-BF9D-9E887B05ECBC}" dt="2023-07-03T17:05:28.681" v="2784"/>
          <ac:picMkLst>
            <pc:docMk/>
            <pc:sldMk cId="1280390954" sldId="292"/>
            <ac:picMk id="12" creationId="{CDA41D51-067C-F890-7591-2D0D61F7888C}"/>
          </ac:picMkLst>
        </pc:picChg>
        <pc:picChg chg="add del mod ord">
          <ac:chgData name="Chien-Ming Chen" userId="2ed555a260ca561e" providerId="LiveId" clId="{FC9110E3-8632-433E-BF9D-9E887B05ECBC}" dt="2023-07-03T17:06:39.990" v="2785"/>
          <ac:picMkLst>
            <pc:docMk/>
            <pc:sldMk cId="1280390954" sldId="292"/>
            <ac:picMk id="16" creationId="{8E08662A-607D-ECD0-875A-8676E00E84F0}"/>
          </ac:picMkLst>
        </pc:picChg>
        <pc:picChg chg="add mod">
          <ac:chgData name="Chien-Ming Chen" userId="2ed555a260ca561e" providerId="LiveId" clId="{FC9110E3-8632-433E-BF9D-9E887B05ECBC}" dt="2023-07-03T17:06:39.990" v="2785"/>
          <ac:picMkLst>
            <pc:docMk/>
            <pc:sldMk cId="1280390954" sldId="292"/>
            <ac:picMk id="18" creationId="{DAB804B5-BEC3-8854-3C8A-5FCE8C6AD87A}"/>
          </ac:picMkLst>
        </pc:picChg>
        <pc:picChg chg="del">
          <ac:chgData name="Chien-Ming Chen" userId="2ed555a260ca561e" providerId="LiveId" clId="{FC9110E3-8632-433E-BF9D-9E887B05ECBC}" dt="2023-07-03T17:04:27.627" v="2779"/>
          <ac:picMkLst>
            <pc:docMk/>
            <pc:sldMk cId="1280390954" sldId="292"/>
            <ac:picMk id="1086" creationId="{DE11D3E0-D18E-9AD8-8FCE-847B1E85D88F}"/>
          </ac:picMkLst>
        </pc:picChg>
        <pc:inkChg chg="add del">
          <ac:chgData name="Chien-Ming Chen" userId="2ed555a260ca561e" providerId="LiveId" clId="{FC9110E3-8632-433E-BF9D-9E887B05ECBC}" dt="2023-07-03T17:05:28.681" v="2784"/>
          <ac:inkMkLst>
            <pc:docMk/>
            <pc:sldMk cId="1280390954" sldId="292"/>
            <ac:inkMk id="9" creationId="{D54ABECF-7890-2ED0-D84C-353D6108D811}"/>
          </ac:inkMkLst>
        </pc:inkChg>
        <pc:inkChg chg="add">
          <ac:chgData name="Chien-Ming Chen" userId="2ed555a260ca561e" providerId="LiveId" clId="{FC9110E3-8632-433E-BF9D-9E887B05ECBC}" dt="2023-07-03T17:06:39.990" v="2785"/>
          <ac:inkMkLst>
            <pc:docMk/>
            <pc:sldMk cId="1280390954" sldId="292"/>
            <ac:inkMk id="17" creationId="{6222330F-2BA3-2156-B075-ABCDFA22CB17}"/>
          </ac:inkMkLst>
        </pc:inkChg>
      </pc:sldChg>
      <pc:sldChg chg="mod modShow">
        <pc:chgData name="Chien-Ming Chen" userId="2ed555a260ca561e" providerId="LiveId" clId="{FC9110E3-8632-433E-BF9D-9E887B05ECBC}" dt="2023-07-03T07:08:43.074" v="1689" actId="729"/>
        <pc:sldMkLst>
          <pc:docMk/>
          <pc:sldMk cId="3212716073" sldId="293"/>
        </pc:sldMkLst>
      </pc:sldChg>
      <pc:sldChg chg="addSp delSp modSp new mod modTransition modAnim">
        <pc:chgData name="Chien-Ming Chen" userId="2ed555a260ca561e" providerId="LiveId" clId="{FC9110E3-8632-433E-BF9D-9E887B05ECBC}" dt="2023-07-03T16:48:37.053" v="2707" actId="20577"/>
        <pc:sldMkLst>
          <pc:docMk/>
          <pc:sldMk cId="294562824" sldId="297"/>
        </pc:sldMkLst>
        <pc:spChg chg="mod">
          <ac:chgData name="Chien-Ming Chen" userId="2ed555a260ca561e" providerId="LiveId" clId="{FC9110E3-8632-433E-BF9D-9E887B05ECBC}" dt="2023-07-03T06:19:18.900" v="144" actId="20577"/>
          <ac:spMkLst>
            <pc:docMk/>
            <pc:sldMk cId="294562824" sldId="297"/>
            <ac:spMk id="2" creationId="{FFCE9DD6-2CA1-E566-7611-5621E0D671AF}"/>
          </ac:spMkLst>
        </pc:spChg>
        <pc:spChg chg="mod">
          <ac:chgData name="Chien-Ming Chen" userId="2ed555a260ca561e" providerId="LiveId" clId="{FC9110E3-8632-433E-BF9D-9E887B05ECBC}" dt="2023-07-03T16:48:37.053" v="2707" actId="20577"/>
          <ac:spMkLst>
            <pc:docMk/>
            <pc:sldMk cId="294562824" sldId="297"/>
            <ac:spMk id="3" creationId="{E7D87120-A205-01CB-BB3B-9E97BDBCEFC2}"/>
          </ac:spMkLst>
        </pc:spChg>
        <pc:picChg chg="add del mod">
          <ac:chgData name="Chien-Ming Chen" userId="2ed555a260ca561e" providerId="LiveId" clId="{FC9110E3-8632-433E-BF9D-9E887B05ECBC}" dt="2023-07-03T16:08:21.031" v="2368"/>
          <ac:picMkLst>
            <pc:docMk/>
            <pc:sldMk cId="294562824" sldId="297"/>
            <ac:picMk id="12" creationId="{B3D2E28A-7346-374B-2F3F-96080C862DFA}"/>
          </ac:picMkLst>
        </pc:picChg>
        <pc:picChg chg="add del mod ord">
          <ac:chgData name="Chien-Ming Chen" userId="2ed555a260ca561e" providerId="LiveId" clId="{FC9110E3-8632-433E-BF9D-9E887B05ECBC}" dt="2023-07-03T16:08:28.335" v="2369"/>
          <ac:picMkLst>
            <pc:docMk/>
            <pc:sldMk cId="294562824" sldId="297"/>
            <ac:picMk id="15" creationId="{7B6599D9-A2B6-BAF4-2C5B-4AB3EF570470}"/>
          </ac:picMkLst>
        </pc:picChg>
        <pc:picChg chg="add del mod">
          <ac:chgData name="Chien-Ming Chen" userId="2ed555a260ca561e" providerId="LiveId" clId="{FC9110E3-8632-433E-BF9D-9E887B05ECBC}" dt="2023-07-03T16:08:29.104" v="2371"/>
          <ac:picMkLst>
            <pc:docMk/>
            <pc:sldMk cId="294562824" sldId="297"/>
            <ac:picMk id="16" creationId="{A9B2A527-3970-FCBE-01D4-1BF12695CB3A}"/>
          </ac:picMkLst>
        </pc:picChg>
        <pc:picChg chg="add del mod ord">
          <ac:chgData name="Chien-Ming Chen" userId="2ed555a260ca561e" providerId="LiveId" clId="{FC9110E3-8632-433E-BF9D-9E887B05ECBC}" dt="2023-07-03T16:08:44.035" v="2372"/>
          <ac:picMkLst>
            <pc:docMk/>
            <pc:sldMk cId="294562824" sldId="297"/>
            <ac:picMk id="19" creationId="{5E4D7B93-B4EE-CE2E-BB51-642D4B6711BE}"/>
          </ac:picMkLst>
        </pc:picChg>
        <pc:picChg chg="add del mod">
          <ac:chgData name="Chien-Ming Chen" userId="2ed555a260ca561e" providerId="LiveId" clId="{FC9110E3-8632-433E-BF9D-9E887B05ECBC}" dt="2023-07-03T16:08:45.023" v="2374"/>
          <ac:picMkLst>
            <pc:docMk/>
            <pc:sldMk cId="294562824" sldId="297"/>
            <ac:picMk id="20" creationId="{7F42F335-7072-C465-9126-3302F4D1A736}"/>
          </ac:picMkLst>
        </pc:picChg>
        <pc:picChg chg="add del mod ord">
          <ac:chgData name="Chien-Ming Chen" userId="2ed555a260ca561e" providerId="LiveId" clId="{FC9110E3-8632-433E-BF9D-9E887B05ECBC}" dt="2023-07-03T16:08:54.928" v="2375"/>
          <ac:picMkLst>
            <pc:docMk/>
            <pc:sldMk cId="294562824" sldId="297"/>
            <ac:picMk id="23" creationId="{025CB62B-CC74-A100-1F87-B7CB567A6060}"/>
          </ac:picMkLst>
        </pc:picChg>
        <pc:picChg chg="add del mod">
          <ac:chgData name="Chien-Ming Chen" userId="2ed555a260ca561e" providerId="LiveId" clId="{FC9110E3-8632-433E-BF9D-9E887B05ECBC}" dt="2023-07-03T16:08:55.839" v="2377"/>
          <ac:picMkLst>
            <pc:docMk/>
            <pc:sldMk cId="294562824" sldId="297"/>
            <ac:picMk id="24" creationId="{5DD17853-976A-6A83-D395-751643FE46FC}"/>
          </ac:picMkLst>
        </pc:picChg>
        <pc:picChg chg="add del mod ord">
          <ac:chgData name="Chien-Ming Chen" userId="2ed555a260ca561e" providerId="LiveId" clId="{FC9110E3-8632-433E-BF9D-9E887B05ECBC}" dt="2023-07-03T16:09:42.426" v="2378"/>
          <ac:picMkLst>
            <pc:docMk/>
            <pc:sldMk cId="294562824" sldId="297"/>
            <ac:picMk id="27" creationId="{FEDEEDA2-7FFE-6B80-D9DC-9306007F4943}"/>
          </ac:picMkLst>
        </pc:picChg>
        <pc:picChg chg="add del mod">
          <ac:chgData name="Chien-Ming Chen" userId="2ed555a260ca561e" providerId="LiveId" clId="{FC9110E3-8632-433E-BF9D-9E887B05ECBC}" dt="2023-07-03T16:09:45.167" v="2380"/>
          <ac:picMkLst>
            <pc:docMk/>
            <pc:sldMk cId="294562824" sldId="297"/>
            <ac:picMk id="29" creationId="{EE0BE152-4B8B-FF9E-2C19-FAFE3F2F82E3}"/>
          </ac:picMkLst>
        </pc:picChg>
        <pc:picChg chg="add del mod ord">
          <ac:chgData name="Chien-Ming Chen" userId="2ed555a260ca561e" providerId="LiveId" clId="{FC9110E3-8632-433E-BF9D-9E887B05ECBC}" dt="2023-07-03T16:10:20.397" v="2381"/>
          <ac:picMkLst>
            <pc:docMk/>
            <pc:sldMk cId="294562824" sldId="297"/>
            <ac:picMk id="33" creationId="{4DED247D-0C2D-3BB0-746A-5462D55369CB}"/>
          </ac:picMkLst>
        </pc:picChg>
        <pc:picChg chg="add del mod">
          <ac:chgData name="Chien-Ming Chen" userId="2ed555a260ca561e" providerId="LiveId" clId="{FC9110E3-8632-433E-BF9D-9E887B05ECBC}" dt="2023-07-03T16:10:21.464" v="2383"/>
          <ac:picMkLst>
            <pc:docMk/>
            <pc:sldMk cId="294562824" sldId="297"/>
            <ac:picMk id="34" creationId="{09A6212C-AA3B-A015-8C2A-DC07E15DBEED}"/>
          </ac:picMkLst>
        </pc:picChg>
        <pc:picChg chg="add del mod ord">
          <ac:chgData name="Chien-Ming Chen" userId="2ed555a260ca561e" providerId="LiveId" clId="{FC9110E3-8632-433E-BF9D-9E887B05ECBC}" dt="2023-07-03T16:10:27.770" v="2384"/>
          <ac:picMkLst>
            <pc:docMk/>
            <pc:sldMk cId="294562824" sldId="297"/>
            <ac:picMk id="37" creationId="{3B73E3B7-C92B-A9AC-F390-F2FA4E986933}"/>
          </ac:picMkLst>
        </pc:picChg>
        <pc:picChg chg="add del mod">
          <ac:chgData name="Chien-Ming Chen" userId="2ed555a260ca561e" providerId="LiveId" clId="{FC9110E3-8632-433E-BF9D-9E887B05ECBC}" dt="2023-07-03T16:10:28.778" v="2386"/>
          <ac:picMkLst>
            <pc:docMk/>
            <pc:sldMk cId="294562824" sldId="297"/>
            <ac:picMk id="38" creationId="{A797E20A-6519-78E1-FE53-57A770DCAD64}"/>
          </ac:picMkLst>
        </pc:picChg>
        <pc:picChg chg="add del mod ord">
          <ac:chgData name="Chien-Ming Chen" userId="2ed555a260ca561e" providerId="LiveId" clId="{FC9110E3-8632-433E-BF9D-9E887B05ECBC}" dt="2023-07-03T16:10:34.957" v="2387"/>
          <ac:picMkLst>
            <pc:docMk/>
            <pc:sldMk cId="294562824" sldId="297"/>
            <ac:picMk id="41" creationId="{85A47637-F3D2-6B29-7A9B-296850EC74CD}"/>
          </ac:picMkLst>
        </pc:picChg>
        <pc:picChg chg="add del mod">
          <ac:chgData name="Chien-Ming Chen" userId="2ed555a260ca561e" providerId="LiveId" clId="{FC9110E3-8632-433E-BF9D-9E887B05ECBC}" dt="2023-07-03T16:10:36.025" v="2389"/>
          <ac:picMkLst>
            <pc:docMk/>
            <pc:sldMk cId="294562824" sldId="297"/>
            <ac:picMk id="43" creationId="{12922F75-F775-B4E7-E9BC-CDDB829E1BDE}"/>
          </ac:picMkLst>
        </pc:picChg>
        <pc:picChg chg="add del mod ord">
          <ac:chgData name="Chien-Ming Chen" userId="2ed555a260ca561e" providerId="LiveId" clId="{FC9110E3-8632-433E-BF9D-9E887B05ECBC}" dt="2023-07-03T16:12:05.454" v="2390"/>
          <ac:picMkLst>
            <pc:docMk/>
            <pc:sldMk cId="294562824" sldId="297"/>
            <ac:picMk id="46" creationId="{0D718851-F419-35B5-3B9A-9246536CBACE}"/>
          </ac:picMkLst>
        </pc:picChg>
        <pc:picChg chg="add del mod">
          <ac:chgData name="Chien-Ming Chen" userId="2ed555a260ca561e" providerId="LiveId" clId="{FC9110E3-8632-433E-BF9D-9E887B05ECBC}" dt="2023-07-03T16:12:21.073" v="2392"/>
          <ac:picMkLst>
            <pc:docMk/>
            <pc:sldMk cId="294562824" sldId="297"/>
            <ac:picMk id="48" creationId="{7D6F5FF0-1468-D739-46F5-640329A6E831}"/>
          </ac:picMkLst>
        </pc:picChg>
        <pc:picChg chg="add del mod ord">
          <ac:chgData name="Chien-Ming Chen" userId="2ed555a260ca561e" providerId="LiveId" clId="{FC9110E3-8632-433E-BF9D-9E887B05ECBC}" dt="2023-07-03T16:12:28.801" v="2393"/>
          <ac:picMkLst>
            <pc:docMk/>
            <pc:sldMk cId="294562824" sldId="297"/>
            <ac:picMk id="51" creationId="{F73E73BC-4370-813A-3523-8D0758F79121}"/>
          </ac:picMkLst>
        </pc:picChg>
        <pc:picChg chg="add del mod">
          <ac:chgData name="Chien-Ming Chen" userId="2ed555a260ca561e" providerId="LiveId" clId="{FC9110E3-8632-433E-BF9D-9E887B05ECBC}" dt="2023-07-03T16:12:29.638" v="2395"/>
          <ac:picMkLst>
            <pc:docMk/>
            <pc:sldMk cId="294562824" sldId="297"/>
            <ac:picMk id="52" creationId="{E5E75095-5D97-4883-69E2-E731B7E54FAA}"/>
          </ac:picMkLst>
        </pc:picChg>
        <pc:picChg chg="add del mod ord">
          <ac:chgData name="Chien-Ming Chen" userId="2ed555a260ca561e" providerId="LiveId" clId="{FC9110E3-8632-433E-BF9D-9E887B05ECBC}" dt="2023-07-03T16:12:34.186" v="2396"/>
          <ac:picMkLst>
            <pc:docMk/>
            <pc:sldMk cId="294562824" sldId="297"/>
            <ac:picMk id="55" creationId="{94309C79-6C3A-6638-D999-3D47DDD242A5}"/>
          </ac:picMkLst>
        </pc:picChg>
        <pc:picChg chg="add del mod">
          <ac:chgData name="Chien-Ming Chen" userId="2ed555a260ca561e" providerId="LiveId" clId="{FC9110E3-8632-433E-BF9D-9E887B05ECBC}" dt="2023-07-03T16:12:59.448" v="2398"/>
          <ac:picMkLst>
            <pc:docMk/>
            <pc:sldMk cId="294562824" sldId="297"/>
            <ac:picMk id="57" creationId="{12739E25-D8D7-B8CF-FDEE-263C0AA25200}"/>
          </ac:picMkLst>
        </pc:picChg>
        <pc:picChg chg="add del mod ord">
          <ac:chgData name="Chien-Ming Chen" userId="2ed555a260ca561e" providerId="LiveId" clId="{FC9110E3-8632-433E-BF9D-9E887B05ECBC}" dt="2023-07-03T16:15:17.449" v="2400"/>
          <ac:picMkLst>
            <pc:docMk/>
            <pc:sldMk cId="294562824" sldId="297"/>
            <ac:picMk id="60" creationId="{7F74C6E2-170E-7E40-8FA1-9A9A7736114D}"/>
          </ac:picMkLst>
        </pc:picChg>
        <pc:picChg chg="add del mod">
          <ac:chgData name="Chien-Ming Chen" userId="2ed555a260ca561e" providerId="LiveId" clId="{FC9110E3-8632-433E-BF9D-9E887B05ECBC}" dt="2023-07-03T16:15:29.050" v="2402"/>
          <ac:picMkLst>
            <pc:docMk/>
            <pc:sldMk cId="294562824" sldId="297"/>
            <ac:picMk id="63" creationId="{24335D6B-31C2-91A1-D1E5-806E81FBAD26}"/>
          </ac:picMkLst>
        </pc:picChg>
        <pc:picChg chg="add del mod ord">
          <ac:chgData name="Chien-Ming Chen" userId="2ed555a260ca561e" providerId="LiveId" clId="{FC9110E3-8632-433E-BF9D-9E887B05ECBC}" dt="2023-07-03T16:15:35.863" v="2404"/>
          <ac:picMkLst>
            <pc:docMk/>
            <pc:sldMk cId="294562824" sldId="297"/>
            <ac:picMk id="66" creationId="{5C434845-BC4F-2D2E-1A67-2CD11D52DDF6}"/>
          </ac:picMkLst>
        </pc:picChg>
        <pc:picChg chg="add del mod">
          <ac:chgData name="Chien-Ming Chen" userId="2ed555a260ca561e" providerId="LiveId" clId="{FC9110E3-8632-433E-BF9D-9E887B05ECBC}" dt="2023-07-03T16:15:36.790" v="2406"/>
          <ac:picMkLst>
            <pc:docMk/>
            <pc:sldMk cId="294562824" sldId="297"/>
            <ac:picMk id="69" creationId="{11072F3C-29B9-854D-02FE-129D2F983DB9}"/>
          </ac:picMkLst>
        </pc:picChg>
        <pc:picChg chg="add del mod ord">
          <ac:chgData name="Chien-Ming Chen" userId="2ed555a260ca561e" providerId="LiveId" clId="{FC9110E3-8632-433E-BF9D-9E887B05ECBC}" dt="2023-07-03T16:17:55.515" v="2407"/>
          <ac:picMkLst>
            <pc:docMk/>
            <pc:sldMk cId="294562824" sldId="297"/>
            <ac:picMk id="72" creationId="{B84E5E89-CF7A-4764-568C-04DC11731466}"/>
          </ac:picMkLst>
        </pc:picChg>
        <pc:picChg chg="add del mod">
          <ac:chgData name="Chien-Ming Chen" userId="2ed555a260ca561e" providerId="LiveId" clId="{FC9110E3-8632-433E-BF9D-9E887B05ECBC}" dt="2023-07-03T16:20:37.270" v="2448"/>
          <ac:picMkLst>
            <pc:docMk/>
            <pc:sldMk cId="294562824" sldId="297"/>
            <ac:picMk id="74" creationId="{E23AE286-DF21-F889-23D1-BEA98F196CBF}"/>
          </ac:picMkLst>
        </pc:picChg>
        <pc:picChg chg="add del mod ord">
          <ac:chgData name="Chien-Ming Chen" userId="2ed555a260ca561e" providerId="LiveId" clId="{FC9110E3-8632-433E-BF9D-9E887B05ECBC}" dt="2023-07-03T16:21:02.630" v="2449"/>
          <ac:picMkLst>
            <pc:docMk/>
            <pc:sldMk cId="294562824" sldId="297"/>
            <ac:picMk id="78" creationId="{C766468B-55F4-5815-AAC0-3BCC60F58E63}"/>
          </ac:picMkLst>
        </pc:picChg>
        <pc:picChg chg="add del mod">
          <ac:chgData name="Chien-Ming Chen" userId="2ed555a260ca561e" providerId="LiveId" clId="{FC9110E3-8632-433E-BF9D-9E887B05ECBC}" dt="2023-07-03T16:21:03.476" v="2451"/>
          <ac:picMkLst>
            <pc:docMk/>
            <pc:sldMk cId="294562824" sldId="297"/>
            <ac:picMk id="79" creationId="{FF4B33C9-A1AA-398D-0987-CA150F105E6D}"/>
          </ac:picMkLst>
        </pc:picChg>
        <pc:picChg chg="add del mod ord">
          <ac:chgData name="Chien-Ming Chen" userId="2ed555a260ca561e" providerId="LiveId" clId="{FC9110E3-8632-433E-BF9D-9E887B05ECBC}" dt="2023-07-03T16:21:07.437" v="2452"/>
          <ac:picMkLst>
            <pc:docMk/>
            <pc:sldMk cId="294562824" sldId="297"/>
            <ac:picMk id="82" creationId="{BC73D779-5C06-0CEE-359A-60D7E1B0E8EE}"/>
          </ac:picMkLst>
        </pc:picChg>
        <pc:picChg chg="add del mod">
          <ac:chgData name="Chien-Ming Chen" userId="2ed555a260ca561e" providerId="LiveId" clId="{FC9110E3-8632-433E-BF9D-9E887B05ECBC}" dt="2023-07-03T16:21:13.719" v="2455"/>
          <ac:picMkLst>
            <pc:docMk/>
            <pc:sldMk cId="294562824" sldId="297"/>
            <ac:picMk id="83" creationId="{9889558E-0321-6D92-C92A-D9662D15925A}"/>
          </ac:picMkLst>
        </pc:picChg>
        <pc:picChg chg="add del mod ord">
          <ac:chgData name="Chien-Ming Chen" userId="2ed555a260ca561e" providerId="LiveId" clId="{FC9110E3-8632-433E-BF9D-9E887B05ECBC}" dt="2023-07-03T16:21:21.922" v="2456"/>
          <ac:picMkLst>
            <pc:docMk/>
            <pc:sldMk cId="294562824" sldId="297"/>
            <ac:picMk id="86" creationId="{886E2EB7-2D88-BAD2-FB6C-A1C85804BB44}"/>
          </ac:picMkLst>
        </pc:picChg>
        <pc:picChg chg="add del mod">
          <ac:chgData name="Chien-Ming Chen" userId="2ed555a260ca561e" providerId="LiveId" clId="{FC9110E3-8632-433E-BF9D-9E887B05ECBC}" dt="2023-07-03T16:21:22.845" v="2458"/>
          <ac:picMkLst>
            <pc:docMk/>
            <pc:sldMk cId="294562824" sldId="297"/>
            <ac:picMk id="87" creationId="{A19DA02A-FCFD-D354-B6EF-8CE6E176E2BE}"/>
          </ac:picMkLst>
        </pc:picChg>
        <pc:picChg chg="add del mod ord">
          <ac:chgData name="Chien-Ming Chen" userId="2ed555a260ca561e" providerId="LiveId" clId="{FC9110E3-8632-433E-BF9D-9E887B05ECBC}" dt="2023-07-03T16:21:37.258" v="2459"/>
          <ac:picMkLst>
            <pc:docMk/>
            <pc:sldMk cId="294562824" sldId="297"/>
            <ac:picMk id="90" creationId="{851526CC-FDC8-9DFB-2235-F67D0BC1077F}"/>
          </ac:picMkLst>
        </pc:picChg>
        <pc:picChg chg="add del mod">
          <ac:chgData name="Chien-Ming Chen" userId="2ed555a260ca561e" providerId="LiveId" clId="{FC9110E3-8632-433E-BF9D-9E887B05ECBC}" dt="2023-07-03T16:21:38.231" v="2461"/>
          <ac:picMkLst>
            <pc:docMk/>
            <pc:sldMk cId="294562824" sldId="297"/>
            <ac:picMk id="91" creationId="{0F6E4E82-6CE2-429F-4ACC-70DE33BF3EFC}"/>
          </ac:picMkLst>
        </pc:picChg>
        <pc:picChg chg="add del mod ord">
          <ac:chgData name="Chien-Ming Chen" userId="2ed555a260ca561e" providerId="LiveId" clId="{FC9110E3-8632-433E-BF9D-9E887B05ECBC}" dt="2023-07-03T16:22:43.525" v="2462"/>
          <ac:picMkLst>
            <pc:docMk/>
            <pc:sldMk cId="294562824" sldId="297"/>
            <ac:picMk id="94" creationId="{9A7216E0-4433-BB8D-3BF8-06CB473CE2DF}"/>
          </ac:picMkLst>
        </pc:picChg>
        <pc:picChg chg="add del mod">
          <ac:chgData name="Chien-Ming Chen" userId="2ed555a260ca561e" providerId="LiveId" clId="{FC9110E3-8632-433E-BF9D-9E887B05ECBC}" dt="2023-07-03T16:22:44.435" v="2464"/>
          <ac:picMkLst>
            <pc:docMk/>
            <pc:sldMk cId="294562824" sldId="297"/>
            <ac:picMk id="96" creationId="{1D676C78-5254-8F27-5CDA-10E83DC06C70}"/>
          </ac:picMkLst>
        </pc:picChg>
        <pc:picChg chg="add del mod ord">
          <ac:chgData name="Chien-Ming Chen" userId="2ed555a260ca561e" providerId="LiveId" clId="{FC9110E3-8632-433E-BF9D-9E887B05ECBC}" dt="2023-07-03T16:22:50.353" v="2465"/>
          <ac:picMkLst>
            <pc:docMk/>
            <pc:sldMk cId="294562824" sldId="297"/>
            <ac:picMk id="99" creationId="{F4B251F3-5643-3FE4-B063-D8C5F43342DD}"/>
          </ac:picMkLst>
        </pc:picChg>
        <pc:picChg chg="add del mod">
          <ac:chgData name="Chien-Ming Chen" userId="2ed555a260ca561e" providerId="LiveId" clId="{FC9110E3-8632-433E-BF9D-9E887B05ECBC}" dt="2023-07-03T16:22:51.183" v="2467"/>
          <ac:picMkLst>
            <pc:docMk/>
            <pc:sldMk cId="294562824" sldId="297"/>
            <ac:picMk id="101" creationId="{399E883C-AECD-59ED-99C6-3EBEDBA845BF}"/>
          </ac:picMkLst>
        </pc:picChg>
        <pc:picChg chg="add del mod ord">
          <ac:chgData name="Chien-Ming Chen" userId="2ed555a260ca561e" providerId="LiveId" clId="{FC9110E3-8632-433E-BF9D-9E887B05ECBC}" dt="2023-07-03T16:22:59.229" v="2468"/>
          <ac:picMkLst>
            <pc:docMk/>
            <pc:sldMk cId="294562824" sldId="297"/>
            <ac:picMk id="104" creationId="{96AE369E-98AA-49C1-F688-3C4C79EE3241}"/>
          </ac:picMkLst>
        </pc:picChg>
        <pc:picChg chg="add del mod">
          <ac:chgData name="Chien-Ming Chen" userId="2ed555a260ca561e" providerId="LiveId" clId="{FC9110E3-8632-433E-BF9D-9E887B05ECBC}" dt="2023-07-03T16:22:59.985" v="2470"/>
          <ac:picMkLst>
            <pc:docMk/>
            <pc:sldMk cId="294562824" sldId="297"/>
            <ac:picMk id="105" creationId="{F7D0A0E6-FE78-20F5-EFD8-0DB32F5CAF88}"/>
          </ac:picMkLst>
        </pc:picChg>
        <pc:picChg chg="add del mod ord">
          <ac:chgData name="Chien-Ming Chen" userId="2ed555a260ca561e" providerId="LiveId" clId="{FC9110E3-8632-433E-BF9D-9E887B05ECBC}" dt="2023-07-03T16:23:33.751" v="2471"/>
          <ac:picMkLst>
            <pc:docMk/>
            <pc:sldMk cId="294562824" sldId="297"/>
            <ac:picMk id="108" creationId="{B916524B-C534-01A8-76A8-65AF99DE0B66}"/>
          </ac:picMkLst>
        </pc:picChg>
        <pc:picChg chg="add del mod">
          <ac:chgData name="Chien-Ming Chen" userId="2ed555a260ca561e" providerId="LiveId" clId="{FC9110E3-8632-433E-BF9D-9E887B05ECBC}" dt="2023-07-03T16:23:34.694" v="2473"/>
          <ac:picMkLst>
            <pc:docMk/>
            <pc:sldMk cId="294562824" sldId="297"/>
            <ac:picMk id="110" creationId="{9C9FFAB4-2C0D-AEFB-6CE6-E09AEE036350}"/>
          </ac:picMkLst>
        </pc:picChg>
        <pc:picChg chg="add del mod ord">
          <ac:chgData name="Chien-Ming Chen" userId="2ed555a260ca561e" providerId="LiveId" clId="{FC9110E3-8632-433E-BF9D-9E887B05ECBC}" dt="2023-07-03T16:24:14.864" v="2474"/>
          <ac:picMkLst>
            <pc:docMk/>
            <pc:sldMk cId="294562824" sldId="297"/>
            <ac:picMk id="113" creationId="{2AA17E54-9B67-DBC8-5E0D-4BD88855C656}"/>
          </ac:picMkLst>
        </pc:picChg>
        <pc:picChg chg="add del mod">
          <ac:chgData name="Chien-Ming Chen" userId="2ed555a260ca561e" providerId="LiveId" clId="{FC9110E3-8632-433E-BF9D-9E887B05ECBC}" dt="2023-07-03T16:24:15.977" v="2476"/>
          <ac:picMkLst>
            <pc:docMk/>
            <pc:sldMk cId="294562824" sldId="297"/>
            <ac:picMk id="115" creationId="{31B71E1B-6611-A395-61B0-75E822E130CE}"/>
          </ac:picMkLst>
        </pc:picChg>
        <pc:picChg chg="add del mod ord">
          <ac:chgData name="Chien-Ming Chen" userId="2ed555a260ca561e" providerId="LiveId" clId="{FC9110E3-8632-433E-BF9D-9E887B05ECBC}" dt="2023-07-03T16:25:13.331" v="2477"/>
          <ac:picMkLst>
            <pc:docMk/>
            <pc:sldMk cId="294562824" sldId="297"/>
            <ac:picMk id="118" creationId="{D1E3520C-2ABF-0CD2-386D-4C849B236620}"/>
          </ac:picMkLst>
        </pc:picChg>
        <pc:picChg chg="add del mod">
          <ac:chgData name="Chien-Ming Chen" userId="2ed555a260ca561e" providerId="LiveId" clId="{FC9110E3-8632-433E-BF9D-9E887B05ECBC}" dt="2023-07-03T16:25:16.681" v="2479"/>
          <ac:picMkLst>
            <pc:docMk/>
            <pc:sldMk cId="294562824" sldId="297"/>
            <ac:picMk id="120" creationId="{16165B97-336D-C61D-A3D3-DF563CB003D6}"/>
          </ac:picMkLst>
        </pc:picChg>
        <pc:picChg chg="add del mod ord">
          <ac:chgData name="Chien-Ming Chen" userId="2ed555a260ca561e" providerId="LiveId" clId="{FC9110E3-8632-433E-BF9D-9E887B05ECBC}" dt="2023-07-03T16:26:19.035" v="2480"/>
          <ac:picMkLst>
            <pc:docMk/>
            <pc:sldMk cId="294562824" sldId="297"/>
            <ac:picMk id="123" creationId="{E1AB24B1-471E-7D08-2DB1-C03E00A71E6E}"/>
          </ac:picMkLst>
        </pc:picChg>
        <pc:picChg chg="add del mod">
          <ac:chgData name="Chien-Ming Chen" userId="2ed555a260ca561e" providerId="LiveId" clId="{FC9110E3-8632-433E-BF9D-9E887B05ECBC}" dt="2023-07-03T16:26:20.789" v="2482"/>
          <ac:picMkLst>
            <pc:docMk/>
            <pc:sldMk cId="294562824" sldId="297"/>
            <ac:picMk id="125" creationId="{C13B16C7-72BB-D9E5-6592-3AFC3E88D584}"/>
          </ac:picMkLst>
        </pc:picChg>
        <pc:picChg chg="add del mod ord">
          <ac:chgData name="Chien-Ming Chen" userId="2ed555a260ca561e" providerId="LiveId" clId="{FC9110E3-8632-433E-BF9D-9E887B05ECBC}" dt="2023-07-03T16:26:44.419" v="2484"/>
          <ac:picMkLst>
            <pc:docMk/>
            <pc:sldMk cId="294562824" sldId="297"/>
            <ac:picMk id="128" creationId="{103AED3D-49BA-6A76-1FB5-2C70E3C0C68C}"/>
          </ac:picMkLst>
        </pc:picChg>
        <pc:picChg chg="add del mod">
          <ac:chgData name="Chien-Ming Chen" userId="2ed555a260ca561e" providerId="LiveId" clId="{FC9110E3-8632-433E-BF9D-9E887B05ECBC}" dt="2023-07-03T16:26:45.281" v="2486"/>
          <ac:picMkLst>
            <pc:docMk/>
            <pc:sldMk cId="294562824" sldId="297"/>
            <ac:picMk id="131" creationId="{A7592915-90C2-9EF8-B443-BD5152425AA0}"/>
          </ac:picMkLst>
        </pc:picChg>
        <pc:picChg chg="add del mod ord">
          <ac:chgData name="Chien-Ming Chen" userId="2ed555a260ca561e" providerId="LiveId" clId="{FC9110E3-8632-433E-BF9D-9E887B05ECBC}" dt="2023-07-03T16:27:30.267" v="2487"/>
          <ac:picMkLst>
            <pc:docMk/>
            <pc:sldMk cId="294562824" sldId="297"/>
            <ac:picMk id="134" creationId="{291F6751-37DB-5C86-B023-E5426BFE13FA}"/>
          </ac:picMkLst>
        </pc:picChg>
        <pc:picChg chg="add del mod">
          <ac:chgData name="Chien-Ming Chen" userId="2ed555a260ca561e" providerId="LiveId" clId="{FC9110E3-8632-433E-BF9D-9E887B05ECBC}" dt="2023-07-03T16:27:31.035" v="2489"/>
          <ac:picMkLst>
            <pc:docMk/>
            <pc:sldMk cId="294562824" sldId="297"/>
            <ac:picMk id="136" creationId="{791C21FF-BDC4-D05B-1DB4-774630D01404}"/>
          </ac:picMkLst>
        </pc:picChg>
        <pc:picChg chg="add del mod ord">
          <ac:chgData name="Chien-Ming Chen" userId="2ed555a260ca561e" providerId="LiveId" clId="{FC9110E3-8632-433E-BF9D-9E887B05ECBC}" dt="2023-07-03T16:32:12.634" v="2490"/>
          <ac:picMkLst>
            <pc:docMk/>
            <pc:sldMk cId="294562824" sldId="297"/>
            <ac:picMk id="139" creationId="{A9E0C913-EA69-3ACB-D16B-E280FA5A316C}"/>
          </ac:picMkLst>
        </pc:picChg>
        <pc:picChg chg="add del mod">
          <ac:chgData name="Chien-Ming Chen" userId="2ed555a260ca561e" providerId="LiveId" clId="{FC9110E3-8632-433E-BF9D-9E887B05ECBC}" dt="2023-07-03T16:32:44.557" v="2492"/>
          <ac:picMkLst>
            <pc:docMk/>
            <pc:sldMk cId="294562824" sldId="297"/>
            <ac:picMk id="141" creationId="{80B21B18-75E4-1482-2633-41A812AE4C69}"/>
          </ac:picMkLst>
        </pc:picChg>
        <pc:picChg chg="add del mod ord">
          <ac:chgData name="Chien-Ming Chen" userId="2ed555a260ca561e" providerId="LiveId" clId="{FC9110E3-8632-433E-BF9D-9E887B05ECBC}" dt="2023-07-03T16:32:50.275" v="2493"/>
          <ac:picMkLst>
            <pc:docMk/>
            <pc:sldMk cId="294562824" sldId="297"/>
            <ac:picMk id="145" creationId="{460B0A49-8A23-E7DD-19EB-6CCAB293ABC1}"/>
          </ac:picMkLst>
        </pc:picChg>
        <pc:picChg chg="add del mod">
          <ac:chgData name="Chien-Ming Chen" userId="2ed555a260ca561e" providerId="LiveId" clId="{FC9110E3-8632-433E-BF9D-9E887B05ECBC}" dt="2023-07-03T16:32:51.432" v="2495"/>
          <ac:picMkLst>
            <pc:docMk/>
            <pc:sldMk cId="294562824" sldId="297"/>
            <ac:picMk id="146" creationId="{A6A9D165-F56B-5790-356F-57144BCA4F4D}"/>
          </ac:picMkLst>
        </pc:picChg>
        <pc:picChg chg="add del mod ord">
          <ac:chgData name="Chien-Ming Chen" userId="2ed555a260ca561e" providerId="LiveId" clId="{FC9110E3-8632-433E-BF9D-9E887B05ECBC}" dt="2023-07-03T16:37:49.027" v="2496"/>
          <ac:picMkLst>
            <pc:docMk/>
            <pc:sldMk cId="294562824" sldId="297"/>
            <ac:picMk id="149" creationId="{8766A552-6F65-61A0-00FC-156E04BD69CD}"/>
          </ac:picMkLst>
        </pc:picChg>
        <pc:picChg chg="add del mod">
          <ac:chgData name="Chien-Ming Chen" userId="2ed555a260ca561e" providerId="LiveId" clId="{FC9110E3-8632-433E-BF9D-9E887B05ECBC}" dt="2023-07-03T16:39:43.407" v="2530"/>
          <ac:picMkLst>
            <pc:docMk/>
            <pc:sldMk cId="294562824" sldId="297"/>
            <ac:picMk id="151" creationId="{0BC1B69C-5CF5-73B0-6780-5DC3DAA61CE9}"/>
          </ac:picMkLst>
        </pc:picChg>
        <pc:picChg chg="add del mod ord">
          <ac:chgData name="Chien-Ming Chen" userId="2ed555a260ca561e" providerId="LiveId" clId="{FC9110E3-8632-433E-BF9D-9E887B05ECBC}" dt="2023-07-03T16:39:52.149" v="2531"/>
          <ac:picMkLst>
            <pc:docMk/>
            <pc:sldMk cId="294562824" sldId="297"/>
            <ac:picMk id="156" creationId="{434AC785-3123-3FD1-03EB-B79ABB4AAAD2}"/>
          </ac:picMkLst>
        </pc:picChg>
        <pc:picChg chg="add del mod">
          <ac:chgData name="Chien-Ming Chen" userId="2ed555a260ca561e" providerId="LiveId" clId="{FC9110E3-8632-433E-BF9D-9E887B05ECBC}" dt="2023-07-03T16:39:52.915" v="2533"/>
          <ac:picMkLst>
            <pc:docMk/>
            <pc:sldMk cId="294562824" sldId="297"/>
            <ac:picMk id="157" creationId="{3B2DE40C-5B23-497F-644A-A4E28CC5C0A9}"/>
          </ac:picMkLst>
        </pc:picChg>
        <pc:picChg chg="add del mod ord">
          <ac:chgData name="Chien-Ming Chen" userId="2ed555a260ca561e" providerId="LiveId" clId="{FC9110E3-8632-433E-BF9D-9E887B05ECBC}" dt="2023-07-03T16:40:23.636" v="2534"/>
          <ac:picMkLst>
            <pc:docMk/>
            <pc:sldMk cId="294562824" sldId="297"/>
            <ac:picMk id="160" creationId="{216BF25A-C0E9-1ADB-43EF-E2E0BCFD88FA}"/>
          </ac:picMkLst>
        </pc:picChg>
        <pc:picChg chg="add del mod">
          <ac:chgData name="Chien-Ming Chen" userId="2ed555a260ca561e" providerId="LiveId" clId="{FC9110E3-8632-433E-BF9D-9E887B05ECBC}" dt="2023-07-03T16:40:24.592" v="2536"/>
          <ac:picMkLst>
            <pc:docMk/>
            <pc:sldMk cId="294562824" sldId="297"/>
            <ac:picMk id="162" creationId="{F2D5B09F-B9E4-8991-C9F3-AF46ED812FC2}"/>
          </ac:picMkLst>
        </pc:picChg>
        <pc:picChg chg="add del mod ord">
          <ac:chgData name="Chien-Ming Chen" userId="2ed555a260ca561e" providerId="LiveId" clId="{FC9110E3-8632-433E-BF9D-9E887B05ECBC}" dt="2023-07-03T16:41:42.907" v="2537"/>
          <ac:picMkLst>
            <pc:docMk/>
            <pc:sldMk cId="294562824" sldId="297"/>
            <ac:picMk id="165" creationId="{E015833E-ADFC-5E73-6520-9296EA34A551}"/>
          </ac:picMkLst>
        </pc:picChg>
        <pc:picChg chg="add del mod">
          <ac:chgData name="Chien-Ming Chen" userId="2ed555a260ca561e" providerId="LiveId" clId="{FC9110E3-8632-433E-BF9D-9E887B05ECBC}" dt="2023-07-03T16:41:43.740" v="2539"/>
          <ac:picMkLst>
            <pc:docMk/>
            <pc:sldMk cId="294562824" sldId="297"/>
            <ac:picMk id="167" creationId="{D014338A-EAA5-4308-CAAF-9A898D3925F6}"/>
          </ac:picMkLst>
        </pc:picChg>
        <pc:picChg chg="add del mod ord">
          <ac:chgData name="Chien-Ming Chen" userId="2ed555a260ca561e" providerId="LiveId" clId="{FC9110E3-8632-433E-BF9D-9E887B05ECBC}" dt="2023-07-03T16:41:54.443" v="2540"/>
          <ac:picMkLst>
            <pc:docMk/>
            <pc:sldMk cId="294562824" sldId="297"/>
            <ac:picMk id="170" creationId="{08FB2589-9EB4-8436-E2FE-3E5A57B15D50}"/>
          </ac:picMkLst>
        </pc:picChg>
        <pc:picChg chg="add del mod">
          <ac:chgData name="Chien-Ming Chen" userId="2ed555a260ca561e" providerId="LiveId" clId="{FC9110E3-8632-433E-BF9D-9E887B05ECBC}" dt="2023-07-03T16:41:55.257" v="2542"/>
          <ac:picMkLst>
            <pc:docMk/>
            <pc:sldMk cId="294562824" sldId="297"/>
            <ac:picMk id="172" creationId="{D1D57D3C-5178-993A-6469-4520A28C49C5}"/>
          </ac:picMkLst>
        </pc:picChg>
        <pc:picChg chg="add del mod ord">
          <ac:chgData name="Chien-Ming Chen" userId="2ed555a260ca561e" providerId="LiveId" clId="{FC9110E3-8632-433E-BF9D-9E887B05ECBC}" dt="2023-07-03T16:44:25.158" v="2543"/>
          <ac:picMkLst>
            <pc:docMk/>
            <pc:sldMk cId="294562824" sldId="297"/>
            <ac:picMk id="175" creationId="{A312F313-9BFC-5557-B339-36F833931CAF}"/>
          </ac:picMkLst>
        </pc:picChg>
        <pc:picChg chg="add del mod">
          <ac:chgData name="Chien-Ming Chen" userId="2ed555a260ca561e" providerId="LiveId" clId="{FC9110E3-8632-433E-BF9D-9E887B05ECBC}" dt="2023-07-03T16:44:46.132" v="2552"/>
          <ac:picMkLst>
            <pc:docMk/>
            <pc:sldMk cId="294562824" sldId="297"/>
            <ac:picMk id="177" creationId="{ADE099EC-05D9-CB20-D456-E1916023D70D}"/>
          </ac:picMkLst>
        </pc:picChg>
        <pc:picChg chg="add del mod ord">
          <ac:chgData name="Chien-Ming Chen" userId="2ed555a260ca561e" providerId="LiveId" clId="{FC9110E3-8632-433E-BF9D-9E887B05ECBC}" dt="2023-07-03T16:45:00.696" v="2553"/>
          <ac:picMkLst>
            <pc:docMk/>
            <pc:sldMk cId="294562824" sldId="297"/>
            <ac:picMk id="181" creationId="{2FB409C0-6425-7115-4449-67B62A6A1401}"/>
          </ac:picMkLst>
        </pc:picChg>
        <pc:picChg chg="add del mod">
          <ac:chgData name="Chien-Ming Chen" userId="2ed555a260ca561e" providerId="LiveId" clId="{FC9110E3-8632-433E-BF9D-9E887B05ECBC}" dt="2023-07-03T16:45:01.368" v="2555"/>
          <ac:picMkLst>
            <pc:docMk/>
            <pc:sldMk cId="294562824" sldId="297"/>
            <ac:picMk id="182" creationId="{A0B49524-0C01-F31B-4E96-72033583B1CA}"/>
          </ac:picMkLst>
        </pc:picChg>
        <pc:picChg chg="add del mod ord">
          <ac:chgData name="Chien-Ming Chen" userId="2ed555a260ca561e" providerId="LiveId" clId="{FC9110E3-8632-433E-BF9D-9E887B05ECBC}" dt="2023-07-03T16:45:32.325" v="2556"/>
          <ac:picMkLst>
            <pc:docMk/>
            <pc:sldMk cId="294562824" sldId="297"/>
            <ac:picMk id="185" creationId="{1E44226E-A633-412E-A056-032C0372C59A}"/>
          </ac:picMkLst>
        </pc:picChg>
        <pc:picChg chg="add del mod">
          <ac:chgData name="Chien-Ming Chen" userId="2ed555a260ca561e" providerId="LiveId" clId="{FC9110E3-8632-433E-BF9D-9E887B05ECBC}" dt="2023-07-03T16:45:33.231" v="2558"/>
          <ac:picMkLst>
            <pc:docMk/>
            <pc:sldMk cId="294562824" sldId="297"/>
            <ac:picMk id="186" creationId="{A4F98693-5FBE-0C6C-A979-D7056350FFCC}"/>
          </ac:picMkLst>
        </pc:picChg>
        <pc:picChg chg="add del mod ord">
          <ac:chgData name="Chien-Ming Chen" userId="2ed555a260ca561e" providerId="LiveId" clId="{FC9110E3-8632-433E-BF9D-9E887B05ECBC}" dt="2023-07-03T16:47:48.440" v="2559"/>
          <ac:picMkLst>
            <pc:docMk/>
            <pc:sldMk cId="294562824" sldId="297"/>
            <ac:picMk id="189" creationId="{77F37940-43A7-C7D6-543A-114EE437967F}"/>
          </ac:picMkLst>
        </pc:picChg>
        <pc:picChg chg="add mod">
          <ac:chgData name="Chien-Ming Chen" userId="2ed555a260ca561e" providerId="LiveId" clId="{FC9110E3-8632-433E-BF9D-9E887B05ECBC}" dt="2023-07-03T16:47:48.440" v="2559"/>
          <ac:picMkLst>
            <pc:docMk/>
            <pc:sldMk cId="294562824" sldId="297"/>
            <ac:picMk id="191" creationId="{E8AE99A3-ABCB-C525-53DB-A280C7516DA1}"/>
          </ac:picMkLst>
        </pc:picChg>
        <pc:inkChg chg="add">
          <ac:chgData name="Chien-Ming Chen" userId="2ed555a260ca561e" providerId="LiveId" clId="{FC9110E3-8632-433E-BF9D-9E887B05ECBC}" dt="2023-07-03T16:08:01.332" v="2365"/>
          <ac:inkMkLst>
            <pc:docMk/>
            <pc:sldMk cId="294562824" sldId="297"/>
            <ac:inkMk id="7" creationId="{C237BDA5-52AE-61C5-C3BF-7322EB6B5AC9}"/>
          </ac:inkMkLst>
        </pc:inkChg>
        <pc:inkChg chg="add del">
          <ac:chgData name="Chien-Ming Chen" userId="2ed555a260ca561e" providerId="LiveId" clId="{FC9110E3-8632-433E-BF9D-9E887B05ECBC}" dt="2023-07-03T16:09:45.167" v="2380"/>
          <ac:inkMkLst>
            <pc:docMk/>
            <pc:sldMk cId="294562824" sldId="297"/>
            <ac:inkMk id="28" creationId="{43506A74-D89F-6404-6B9D-621169BB5864}"/>
          </ac:inkMkLst>
        </pc:inkChg>
        <pc:inkChg chg="add del">
          <ac:chgData name="Chien-Ming Chen" userId="2ed555a260ca561e" providerId="LiveId" clId="{FC9110E3-8632-433E-BF9D-9E887B05ECBC}" dt="2023-07-03T16:10:36.025" v="2389"/>
          <ac:inkMkLst>
            <pc:docMk/>
            <pc:sldMk cId="294562824" sldId="297"/>
            <ac:inkMk id="42" creationId="{CA13430D-DEDE-E03A-88F9-9D5ECA7FCC7E}"/>
          </ac:inkMkLst>
        </pc:inkChg>
        <pc:inkChg chg="add del">
          <ac:chgData name="Chien-Ming Chen" userId="2ed555a260ca561e" providerId="LiveId" clId="{FC9110E3-8632-433E-BF9D-9E887B05ECBC}" dt="2023-07-03T16:12:21.073" v="2392"/>
          <ac:inkMkLst>
            <pc:docMk/>
            <pc:sldMk cId="294562824" sldId="297"/>
            <ac:inkMk id="47" creationId="{24B04083-B9D1-0C50-B6ED-A178B72AE373}"/>
          </ac:inkMkLst>
        </pc:inkChg>
        <pc:inkChg chg="add del">
          <ac:chgData name="Chien-Ming Chen" userId="2ed555a260ca561e" providerId="LiveId" clId="{FC9110E3-8632-433E-BF9D-9E887B05ECBC}" dt="2023-07-03T16:12:59.448" v="2398"/>
          <ac:inkMkLst>
            <pc:docMk/>
            <pc:sldMk cId="294562824" sldId="297"/>
            <ac:inkMk id="56" creationId="{C8A42139-1969-7218-6BDA-44492C81B4D9}"/>
          </ac:inkMkLst>
        </pc:inkChg>
        <pc:inkChg chg="add">
          <ac:chgData name="Chien-Ming Chen" userId="2ed555a260ca561e" providerId="LiveId" clId="{FC9110E3-8632-433E-BF9D-9E887B05ECBC}" dt="2023-07-03T16:13:02.420" v="2399"/>
          <ac:inkMkLst>
            <pc:docMk/>
            <pc:sldMk cId="294562824" sldId="297"/>
            <ac:inkMk id="61" creationId="{519D4589-3B53-6DDC-C197-42C659F172C2}"/>
          </ac:inkMkLst>
        </pc:inkChg>
        <pc:inkChg chg="add del">
          <ac:chgData name="Chien-Ming Chen" userId="2ed555a260ca561e" providerId="LiveId" clId="{FC9110E3-8632-433E-BF9D-9E887B05ECBC}" dt="2023-07-03T16:15:29.050" v="2402"/>
          <ac:inkMkLst>
            <pc:docMk/>
            <pc:sldMk cId="294562824" sldId="297"/>
            <ac:inkMk id="62" creationId="{91138965-A88C-9F95-F25F-6B2BFF203A01}"/>
          </ac:inkMkLst>
        </pc:inkChg>
        <pc:inkChg chg="add del">
          <ac:chgData name="Chien-Ming Chen" userId="2ed555a260ca561e" providerId="LiveId" clId="{FC9110E3-8632-433E-BF9D-9E887B05ECBC}" dt="2023-07-03T16:21:09.869" v="2453" actId="478"/>
          <ac:inkMkLst>
            <pc:docMk/>
            <pc:sldMk cId="294562824" sldId="297"/>
            <ac:inkMk id="67" creationId="{92C0B9F4-0841-B83F-E8EA-B11BF95CE6D8}"/>
          </ac:inkMkLst>
        </pc:inkChg>
        <pc:inkChg chg="add del">
          <ac:chgData name="Chien-Ming Chen" userId="2ed555a260ca561e" providerId="LiveId" clId="{FC9110E3-8632-433E-BF9D-9E887B05ECBC}" dt="2023-07-03T16:15:36.790" v="2406"/>
          <ac:inkMkLst>
            <pc:docMk/>
            <pc:sldMk cId="294562824" sldId="297"/>
            <ac:inkMk id="68" creationId="{9B120522-4058-9E36-ABCC-E24206110F59}"/>
          </ac:inkMkLst>
        </pc:inkChg>
        <pc:inkChg chg="add del">
          <ac:chgData name="Chien-Ming Chen" userId="2ed555a260ca561e" providerId="LiveId" clId="{FC9110E3-8632-433E-BF9D-9E887B05ECBC}" dt="2023-07-03T16:20:37.270" v="2448"/>
          <ac:inkMkLst>
            <pc:docMk/>
            <pc:sldMk cId="294562824" sldId="297"/>
            <ac:inkMk id="73" creationId="{250075B7-D545-2DA9-FE31-F4543A3DC1AE}"/>
          </ac:inkMkLst>
        </pc:inkChg>
        <pc:inkChg chg="add del">
          <ac:chgData name="Chien-Ming Chen" userId="2ed555a260ca561e" providerId="LiveId" clId="{FC9110E3-8632-433E-BF9D-9E887B05ECBC}" dt="2023-07-03T16:22:44.435" v="2464"/>
          <ac:inkMkLst>
            <pc:docMk/>
            <pc:sldMk cId="294562824" sldId="297"/>
            <ac:inkMk id="95" creationId="{DD33EB19-E4A2-D1C0-6198-6BBFA24AA295}"/>
          </ac:inkMkLst>
        </pc:inkChg>
        <pc:inkChg chg="add del">
          <ac:chgData name="Chien-Ming Chen" userId="2ed555a260ca561e" providerId="LiveId" clId="{FC9110E3-8632-433E-BF9D-9E887B05ECBC}" dt="2023-07-03T16:22:51.183" v="2467"/>
          <ac:inkMkLst>
            <pc:docMk/>
            <pc:sldMk cId="294562824" sldId="297"/>
            <ac:inkMk id="100" creationId="{055ABE70-A013-78FB-A002-3F5D3E7662E1}"/>
          </ac:inkMkLst>
        </pc:inkChg>
        <pc:inkChg chg="add del">
          <ac:chgData name="Chien-Ming Chen" userId="2ed555a260ca561e" providerId="LiveId" clId="{FC9110E3-8632-433E-BF9D-9E887B05ECBC}" dt="2023-07-03T16:23:34.694" v="2473"/>
          <ac:inkMkLst>
            <pc:docMk/>
            <pc:sldMk cId="294562824" sldId="297"/>
            <ac:inkMk id="109" creationId="{D0595319-F005-8579-8194-6B53421B1BF0}"/>
          </ac:inkMkLst>
        </pc:inkChg>
        <pc:inkChg chg="add del">
          <ac:chgData name="Chien-Ming Chen" userId="2ed555a260ca561e" providerId="LiveId" clId="{FC9110E3-8632-433E-BF9D-9E887B05ECBC}" dt="2023-07-03T16:24:15.977" v="2476"/>
          <ac:inkMkLst>
            <pc:docMk/>
            <pc:sldMk cId="294562824" sldId="297"/>
            <ac:inkMk id="114" creationId="{DA522A17-BA7C-15BD-45A0-7541634CF130}"/>
          </ac:inkMkLst>
        </pc:inkChg>
        <pc:inkChg chg="add del">
          <ac:chgData name="Chien-Ming Chen" userId="2ed555a260ca561e" providerId="LiveId" clId="{FC9110E3-8632-433E-BF9D-9E887B05ECBC}" dt="2023-07-03T16:25:16.681" v="2479"/>
          <ac:inkMkLst>
            <pc:docMk/>
            <pc:sldMk cId="294562824" sldId="297"/>
            <ac:inkMk id="119" creationId="{16C9134F-D3F4-64A3-B32B-EBB6D0DF4249}"/>
          </ac:inkMkLst>
        </pc:inkChg>
        <pc:inkChg chg="add del">
          <ac:chgData name="Chien-Ming Chen" userId="2ed555a260ca561e" providerId="LiveId" clId="{FC9110E3-8632-433E-BF9D-9E887B05ECBC}" dt="2023-07-03T16:26:20.789" v="2482"/>
          <ac:inkMkLst>
            <pc:docMk/>
            <pc:sldMk cId="294562824" sldId="297"/>
            <ac:inkMk id="124" creationId="{0629906D-1B99-DE10-F351-ECE26BDC8785}"/>
          </ac:inkMkLst>
        </pc:inkChg>
        <pc:inkChg chg="add">
          <ac:chgData name="Chien-Ming Chen" userId="2ed555a260ca561e" providerId="LiveId" clId="{FC9110E3-8632-433E-BF9D-9E887B05ECBC}" dt="2023-07-03T16:26:23.767" v="2483"/>
          <ac:inkMkLst>
            <pc:docMk/>
            <pc:sldMk cId="294562824" sldId="297"/>
            <ac:inkMk id="129" creationId="{76792748-C4CB-DBDD-1CF2-28F74C2B05E3}"/>
          </ac:inkMkLst>
        </pc:inkChg>
        <pc:inkChg chg="add del">
          <ac:chgData name="Chien-Ming Chen" userId="2ed555a260ca561e" providerId="LiveId" clId="{FC9110E3-8632-433E-BF9D-9E887B05ECBC}" dt="2023-07-03T16:26:45.281" v="2486"/>
          <ac:inkMkLst>
            <pc:docMk/>
            <pc:sldMk cId="294562824" sldId="297"/>
            <ac:inkMk id="130" creationId="{8A9F960A-F775-A213-2EF2-3E55F2D9F50A}"/>
          </ac:inkMkLst>
        </pc:inkChg>
        <pc:inkChg chg="add del">
          <ac:chgData name="Chien-Ming Chen" userId="2ed555a260ca561e" providerId="LiveId" clId="{FC9110E3-8632-433E-BF9D-9E887B05ECBC}" dt="2023-07-03T16:27:31.035" v="2489"/>
          <ac:inkMkLst>
            <pc:docMk/>
            <pc:sldMk cId="294562824" sldId="297"/>
            <ac:inkMk id="135" creationId="{C2DE5E5F-139D-683A-DB87-F94829D4882C}"/>
          </ac:inkMkLst>
        </pc:inkChg>
        <pc:inkChg chg="add del">
          <ac:chgData name="Chien-Ming Chen" userId="2ed555a260ca561e" providerId="LiveId" clId="{FC9110E3-8632-433E-BF9D-9E887B05ECBC}" dt="2023-07-03T16:32:44.557" v="2492"/>
          <ac:inkMkLst>
            <pc:docMk/>
            <pc:sldMk cId="294562824" sldId="297"/>
            <ac:inkMk id="140" creationId="{C3AB4231-267F-64C9-6DAD-172A66C962F5}"/>
          </ac:inkMkLst>
        </pc:inkChg>
        <pc:inkChg chg="add del">
          <ac:chgData name="Chien-Ming Chen" userId="2ed555a260ca561e" providerId="LiveId" clId="{FC9110E3-8632-433E-BF9D-9E887B05ECBC}" dt="2023-07-03T16:39:43.407" v="2530"/>
          <ac:inkMkLst>
            <pc:docMk/>
            <pc:sldMk cId="294562824" sldId="297"/>
            <ac:inkMk id="150" creationId="{70AE9786-F62F-58ED-25A0-C520324E366B}"/>
          </ac:inkMkLst>
        </pc:inkChg>
        <pc:inkChg chg="add del">
          <ac:chgData name="Chien-Ming Chen" userId="2ed555a260ca561e" providerId="LiveId" clId="{FC9110E3-8632-433E-BF9D-9E887B05ECBC}" dt="2023-07-03T16:40:24.592" v="2536"/>
          <ac:inkMkLst>
            <pc:docMk/>
            <pc:sldMk cId="294562824" sldId="297"/>
            <ac:inkMk id="161" creationId="{46188160-461D-4279-C5BB-4280F3667FAD}"/>
          </ac:inkMkLst>
        </pc:inkChg>
        <pc:inkChg chg="add del">
          <ac:chgData name="Chien-Ming Chen" userId="2ed555a260ca561e" providerId="LiveId" clId="{FC9110E3-8632-433E-BF9D-9E887B05ECBC}" dt="2023-07-03T16:41:43.740" v="2539"/>
          <ac:inkMkLst>
            <pc:docMk/>
            <pc:sldMk cId="294562824" sldId="297"/>
            <ac:inkMk id="166" creationId="{8FE006B6-2012-AA7E-FEA0-479D281E916B}"/>
          </ac:inkMkLst>
        </pc:inkChg>
        <pc:inkChg chg="add del">
          <ac:chgData name="Chien-Ming Chen" userId="2ed555a260ca561e" providerId="LiveId" clId="{FC9110E3-8632-433E-BF9D-9E887B05ECBC}" dt="2023-07-03T16:41:55.257" v="2542"/>
          <ac:inkMkLst>
            <pc:docMk/>
            <pc:sldMk cId="294562824" sldId="297"/>
            <ac:inkMk id="171" creationId="{77C731C0-4701-E578-7B84-81248A681C45}"/>
          </ac:inkMkLst>
        </pc:inkChg>
        <pc:inkChg chg="add del">
          <ac:chgData name="Chien-Ming Chen" userId="2ed555a260ca561e" providerId="LiveId" clId="{FC9110E3-8632-433E-BF9D-9E887B05ECBC}" dt="2023-07-03T16:44:46.132" v="2552"/>
          <ac:inkMkLst>
            <pc:docMk/>
            <pc:sldMk cId="294562824" sldId="297"/>
            <ac:inkMk id="176" creationId="{39F92881-3D92-F462-0AB1-64325EEB43C1}"/>
          </ac:inkMkLst>
        </pc:inkChg>
        <pc:inkChg chg="add">
          <ac:chgData name="Chien-Ming Chen" userId="2ed555a260ca561e" providerId="LiveId" clId="{FC9110E3-8632-433E-BF9D-9E887B05ECBC}" dt="2023-07-03T16:47:48.440" v="2559"/>
          <ac:inkMkLst>
            <pc:docMk/>
            <pc:sldMk cId="294562824" sldId="297"/>
            <ac:inkMk id="190" creationId="{AA7836CC-6645-45AC-1801-11082942E6A9}"/>
          </ac:inkMkLst>
        </pc:inkChg>
      </pc:sldChg>
      <pc:sldChg chg="new del">
        <pc:chgData name="Chien-Ming Chen" userId="2ed555a260ca561e" providerId="LiveId" clId="{FC9110E3-8632-433E-BF9D-9E887B05ECBC}" dt="2023-07-03T06:40:57.465" v="669" actId="47"/>
        <pc:sldMkLst>
          <pc:docMk/>
          <pc:sldMk cId="449408956" sldId="298"/>
        </pc:sldMkLst>
      </pc:sldChg>
      <pc:sldChg chg="modSp add mod modShow">
        <pc:chgData name="Chien-Ming Chen" userId="2ed555a260ca561e" providerId="LiveId" clId="{FC9110E3-8632-433E-BF9D-9E887B05ECBC}" dt="2023-07-03T06:46:37.094" v="1107" actId="729"/>
        <pc:sldMkLst>
          <pc:docMk/>
          <pc:sldMk cId="2181452757" sldId="301"/>
        </pc:sldMkLst>
        <pc:spChg chg="mod">
          <ac:chgData name="Chien-Ming Chen" userId="2ed555a260ca561e" providerId="LiveId" clId="{FC9110E3-8632-433E-BF9D-9E887B05ECBC}" dt="2023-07-03T06:46:00.594" v="1105" actId="20577"/>
          <ac:spMkLst>
            <pc:docMk/>
            <pc:sldMk cId="2181452757" sldId="301"/>
            <ac:spMk id="3" creationId="{0585DD55-B72D-4135-A5DC-43494B582AB5}"/>
          </ac:spMkLst>
        </pc:spChg>
      </pc:sldChg>
      <pc:sldChg chg="addSp delSp modSp add mod modTransition modAnim">
        <pc:chgData name="Chien-Ming Chen" userId="2ed555a260ca561e" providerId="LiveId" clId="{FC9110E3-8632-433E-BF9D-9E887B05ECBC}" dt="2023-07-03T17:04:03.232" v="2778"/>
        <pc:sldMkLst>
          <pc:docMk/>
          <pc:sldMk cId="1219958557" sldId="302"/>
        </pc:sldMkLst>
        <pc:spChg chg="mod">
          <ac:chgData name="Chien-Ming Chen" userId="2ed555a260ca561e" providerId="LiveId" clId="{FC9110E3-8632-433E-BF9D-9E887B05ECBC}" dt="2023-07-03T16:58:58.639" v="2760" actId="20577"/>
          <ac:spMkLst>
            <pc:docMk/>
            <pc:sldMk cId="1219958557" sldId="302"/>
            <ac:spMk id="3" creationId="{0585DD55-B72D-4135-A5DC-43494B582AB5}"/>
          </ac:spMkLst>
        </pc:spChg>
        <pc:picChg chg="add del mod">
          <ac:chgData name="Chien-Ming Chen" userId="2ed555a260ca561e" providerId="LiveId" clId="{FC9110E3-8632-433E-BF9D-9E887B05ECBC}" dt="2023-07-03T16:49:36.473" v="2710"/>
          <ac:picMkLst>
            <pc:docMk/>
            <pc:sldMk cId="1219958557" sldId="302"/>
            <ac:picMk id="9" creationId="{51A086E3-C370-CB34-BF0A-B5DE534F4A37}"/>
          </ac:picMkLst>
        </pc:picChg>
        <pc:picChg chg="add del mod">
          <ac:chgData name="Chien-Ming Chen" userId="2ed555a260ca561e" providerId="LiveId" clId="{FC9110E3-8632-433E-BF9D-9E887B05ECBC}" dt="2023-07-03T16:49:37.460" v="2712"/>
          <ac:picMkLst>
            <pc:docMk/>
            <pc:sldMk cId="1219958557" sldId="302"/>
            <ac:picMk id="10" creationId="{9B9D7641-D818-EC5F-A32F-8DE46483409C}"/>
          </ac:picMkLst>
        </pc:picChg>
        <pc:picChg chg="add del mod ord">
          <ac:chgData name="Chien-Ming Chen" userId="2ed555a260ca561e" providerId="LiveId" clId="{FC9110E3-8632-433E-BF9D-9E887B05ECBC}" dt="2023-07-03T16:49:43.372" v="2713"/>
          <ac:picMkLst>
            <pc:docMk/>
            <pc:sldMk cId="1219958557" sldId="302"/>
            <ac:picMk id="13" creationId="{F5E6B23E-D860-C9BA-E781-390CBA6265CF}"/>
          </ac:picMkLst>
        </pc:picChg>
        <pc:picChg chg="add del mod">
          <ac:chgData name="Chien-Ming Chen" userId="2ed555a260ca561e" providerId="LiveId" clId="{FC9110E3-8632-433E-BF9D-9E887B05ECBC}" dt="2023-07-03T16:49:44.202" v="2715"/>
          <ac:picMkLst>
            <pc:docMk/>
            <pc:sldMk cId="1219958557" sldId="302"/>
            <ac:picMk id="14" creationId="{2346444F-4E2E-AC92-9E6C-DBA358E53F02}"/>
          </ac:picMkLst>
        </pc:picChg>
        <pc:picChg chg="add del mod ord">
          <ac:chgData name="Chien-Ming Chen" userId="2ed555a260ca561e" providerId="LiveId" clId="{FC9110E3-8632-433E-BF9D-9E887B05ECBC}" dt="2023-07-03T16:49:49.577" v="2716"/>
          <ac:picMkLst>
            <pc:docMk/>
            <pc:sldMk cId="1219958557" sldId="302"/>
            <ac:picMk id="17" creationId="{A099D1D4-E6A2-B928-CF42-A6F06DD612E7}"/>
          </ac:picMkLst>
        </pc:picChg>
        <pc:picChg chg="add del mod">
          <ac:chgData name="Chien-Ming Chen" userId="2ed555a260ca561e" providerId="LiveId" clId="{FC9110E3-8632-433E-BF9D-9E887B05ECBC}" dt="2023-07-03T16:50:02.047" v="2718"/>
          <ac:picMkLst>
            <pc:docMk/>
            <pc:sldMk cId="1219958557" sldId="302"/>
            <ac:picMk id="18" creationId="{AC8CF733-9FE8-F1CB-4037-F012F2464E37}"/>
          </ac:picMkLst>
        </pc:picChg>
        <pc:picChg chg="add del mod ord">
          <ac:chgData name="Chien-Ming Chen" userId="2ed555a260ca561e" providerId="LiveId" clId="{FC9110E3-8632-433E-BF9D-9E887B05ECBC}" dt="2023-07-03T16:50:09.100" v="2719"/>
          <ac:picMkLst>
            <pc:docMk/>
            <pc:sldMk cId="1219958557" sldId="302"/>
            <ac:picMk id="21" creationId="{B3EE5FD5-8B85-D6A0-2FBF-EAA380D567B6}"/>
          </ac:picMkLst>
        </pc:picChg>
        <pc:picChg chg="add del mod">
          <ac:chgData name="Chien-Ming Chen" userId="2ed555a260ca561e" providerId="LiveId" clId="{FC9110E3-8632-433E-BF9D-9E887B05ECBC}" dt="2023-07-03T16:50:09.929" v="2721"/>
          <ac:picMkLst>
            <pc:docMk/>
            <pc:sldMk cId="1219958557" sldId="302"/>
            <ac:picMk id="22" creationId="{FCFB0F30-0534-D170-23CD-E2AA8F3166AE}"/>
          </ac:picMkLst>
        </pc:picChg>
        <pc:picChg chg="add del mod ord">
          <ac:chgData name="Chien-Ming Chen" userId="2ed555a260ca561e" providerId="LiveId" clId="{FC9110E3-8632-433E-BF9D-9E887B05ECBC}" dt="2023-07-03T16:50:49.997" v="2722"/>
          <ac:picMkLst>
            <pc:docMk/>
            <pc:sldMk cId="1219958557" sldId="302"/>
            <ac:picMk id="24" creationId="{9AAE8558-D114-5C1F-52EF-C457C86D7B2F}"/>
          </ac:picMkLst>
        </pc:picChg>
        <pc:picChg chg="add del mod">
          <ac:chgData name="Chien-Ming Chen" userId="2ed555a260ca561e" providerId="LiveId" clId="{FC9110E3-8632-433E-BF9D-9E887B05ECBC}" dt="2023-07-03T16:50:51.124" v="2724"/>
          <ac:picMkLst>
            <pc:docMk/>
            <pc:sldMk cId="1219958557" sldId="302"/>
            <ac:picMk id="25" creationId="{D25927BF-7524-532A-766C-2BA60A62223D}"/>
          </ac:picMkLst>
        </pc:picChg>
        <pc:picChg chg="add del mod ord">
          <ac:chgData name="Chien-Ming Chen" userId="2ed555a260ca561e" providerId="LiveId" clId="{FC9110E3-8632-433E-BF9D-9E887B05ECBC}" dt="2023-07-03T16:51:55.785" v="2725"/>
          <ac:picMkLst>
            <pc:docMk/>
            <pc:sldMk cId="1219958557" sldId="302"/>
            <ac:picMk id="28" creationId="{2397A62A-77AA-1CCB-7ADD-1F530EB60F64}"/>
          </ac:picMkLst>
        </pc:picChg>
        <pc:picChg chg="add del mod">
          <ac:chgData name="Chien-Ming Chen" userId="2ed555a260ca561e" providerId="LiveId" clId="{FC9110E3-8632-433E-BF9D-9E887B05ECBC}" dt="2023-07-03T16:51:56.679" v="2727"/>
          <ac:picMkLst>
            <pc:docMk/>
            <pc:sldMk cId="1219958557" sldId="302"/>
            <ac:picMk id="30" creationId="{0BECA863-AB5E-0D17-5803-1E83732260B9}"/>
          </ac:picMkLst>
        </pc:picChg>
        <pc:picChg chg="add del mod ord">
          <ac:chgData name="Chien-Ming Chen" userId="2ed555a260ca561e" providerId="LiveId" clId="{FC9110E3-8632-433E-BF9D-9E887B05ECBC}" dt="2023-07-03T16:54:13.328" v="2728"/>
          <ac:picMkLst>
            <pc:docMk/>
            <pc:sldMk cId="1219958557" sldId="302"/>
            <ac:picMk id="33" creationId="{298497CE-0919-AEB8-BF26-9F0F80D5EC7E}"/>
          </ac:picMkLst>
        </pc:picChg>
        <pc:picChg chg="add del mod">
          <ac:chgData name="Chien-Ming Chen" userId="2ed555a260ca561e" providerId="LiveId" clId="{FC9110E3-8632-433E-BF9D-9E887B05ECBC}" dt="2023-07-03T16:54:14.314" v="2730"/>
          <ac:picMkLst>
            <pc:docMk/>
            <pc:sldMk cId="1219958557" sldId="302"/>
            <ac:picMk id="35" creationId="{85FB617F-C2A2-5584-FABD-AB1A14282AB2}"/>
          </ac:picMkLst>
        </pc:picChg>
        <pc:picChg chg="add del mod ord">
          <ac:chgData name="Chien-Ming Chen" userId="2ed555a260ca561e" providerId="LiveId" clId="{FC9110E3-8632-433E-BF9D-9E887B05ECBC}" dt="2023-07-03T16:54:21.587" v="2731"/>
          <ac:picMkLst>
            <pc:docMk/>
            <pc:sldMk cId="1219958557" sldId="302"/>
            <ac:picMk id="38" creationId="{B5C9ABBF-95F6-1846-0DFF-7F97B5F48753}"/>
          </ac:picMkLst>
        </pc:picChg>
        <pc:picChg chg="add del mod">
          <ac:chgData name="Chien-Ming Chen" userId="2ed555a260ca561e" providerId="LiveId" clId="{FC9110E3-8632-433E-BF9D-9E887B05ECBC}" dt="2023-07-03T16:54:22.355" v="2733"/>
          <ac:picMkLst>
            <pc:docMk/>
            <pc:sldMk cId="1219958557" sldId="302"/>
            <ac:picMk id="39" creationId="{94E7C452-A638-3D57-8152-055094D38EFD}"/>
          </ac:picMkLst>
        </pc:picChg>
        <pc:picChg chg="add del mod ord">
          <ac:chgData name="Chien-Ming Chen" userId="2ed555a260ca561e" providerId="LiveId" clId="{FC9110E3-8632-433E-BF9D-9E887B05ECBC}" dt="2023-07-03T16:57:22.820" v="2734"/>
          <ac:picMkLst>
            <pc:docMk/>
            <pc:sldMk cId="1219958557" sldId="302"/>
            <ac:picMk id="42" creationId="{D76FB454-EC9D-73B6-012C-C426ED4C5C9A}"/>
          </ac:picMkLst>
        </pc:picChg>
        <pc:picChg chg="add del mod">
          <ac:chgData name="Chien-Ming Chen" userId="2ed555a260ca561e" providerId="LiveId" clId="{FC9110E3-8632-433E-BF9D-9E887B05ECBC}" dt="2023-07-03T16:57:38.604" v="2736"/>
          <ac:picMkLst>
            <pc:docMk/>
            <pc:sldMk cId="1219958557" sldId="302"/>
            <ac:picMk id="44" creationId="{8E1FE710-5A48-65E3-4994-61BE1EF63C36}"/>
          </ac:picMkLst>
        </pc:picChg>
        <pc:picChg chg="add del mod ord">
          <ac:chgData name="Chien-Ming Chen" userId="2ed555a260ca561e" providerId="LiveId" clId="{FC9110E3-8632-433E-BF9D-9E887B05ECBC}" dt="2023-07-03T16:57:45.109" v="2737"/>
          <ac:picMkLst>
            <pc:docMk/>
            <pc:sldMk cId="1219958557" sldId="302"/>
            <ac:picMk id="47" creationId="{3938FB8F-864B-7178-1D1D-0A98794C3CF1}"/>
          </ac:picMkLst>
        </pc:picChg>
        <pc:picChg chg="add del mod">
          <ac:chgData name="Chien-Ming Chen" userId="2ed555a260ca561e" providerId="LiveId" clId="{FC9110E3-8632-433E-BF9D-9E887B05ECBC}" dt="2023-07-03T16:57:45.814" v="2739"/>
          <ac:picMkLst>
            <pc:docMk/>
            <pc:sldMk cId="1219958557" sldId="302"/>
            <ac:picMk id="48" creationId="{BA61CDD2-1FDA-2C4A-1FFA-9D406C275B65}"/>
          </ac:picMkLst>
        </pc:picChg>
        <pc:picChg chg="add del mod ord">
          <ac:chgData name="Chien-Ming Chen" userId="2ed555a260ca561e" providerId="LiveId" clId="{FC9110E3-8632-433E-BF9D-9E887B05ECBC}" dt="2023-07-03T16:57:53.910" v="2740"/>
          <ac:picMkLst>
            <pc:docMk/>
            <pc:sldMk cId="1219958557" sldId="302"/>
            <ac:picMk id="51" creationId="{D410AB9C-CFFD-2C6B-EF42-53573333B183}"/>
          </ac:picMkLst>
        </pc:picChg>
        <pc:picChg chg="add del mod">
          <ac:chgData name="Chien-Ming Chen" userId="2ed555a260ca561e" providerId="LiveId" clId="{FC9110E3-8632-433E-BF9D-9E887B05ECBC}" dt="2023-07-03T16:57:54.984" v="2742"/>
          <ac:picMkLst>
            <pc:docMk/>
            <pc:sldMk cId="1219958557" sldId="302"/>
            <ac:picMk id="52" creationId="{14D361D3-F575-94BF-F5CB-1EF0804D9482}"/>
          </ac:picMkLst>
        </pc:picChg>
        <pc:picChg chg="add del mod ord">
          <ac:chgData name="Chien-Ming Chen" userId="2ed555a260ca561e" providerId="LiveId" clId="{FC9110E3-8632-433E-BF9D-9E887B05ECBC}" dt="2023-07-03T16:58:32.010" v="2743"/>
          <ac:picMkLst>
            <pc:docMk/>
            <pc:sldMk cId="1219958557" sldId="302"/>
            <ac:picMk id="55" creationId="{9481E8E7-1B45-439F-9A33-36690B18910F}"/>
          </ac:picMkLst>
        </pc:picChg>
        <pc:picChg chg="add del mod">
          <ac:chgData name="Chien-Ming Chen" userId="2ed555a260ca561e" providerId="LiveId" clId="{FC9110E3-8632-433E-BF9D-9E887B05ECBC}" dt="2023-07-03T16:59:02.776" v="2762"/>
          <ac:picMkLst>
            <pc:docMk/>
            <pc:sldMk cId="1219958557" sldId="302"/>
            <ac:picMk id="56" creationId="{BAEEA187-FB5A-4A62-094A-65CE0BE74A7E}"/>
          </ac:picMkLst>
        </pc:picChg>
        <pc:picChg chg="add del mod ord">
          <ac:chgData name="Chien-Ming Chen" userId="2ed555a260ca561e" providerId="LiveId" clId="{FC9110E3-8632-433E-BF9D-9E887B05ECBC}" dt="2023-07-03T16:59:15.616" v="2763"/>
          <ac:picMkLst>
            <pc:docMk/>
            <pc:sldMk cId="1219958557" sldId="302"/>
            <ac:picMk id="59" creationId="{26DF1BF9-9A77-DC89-C761-DBB6221336B2}"/>
          </ac:picMkLst>
        </pc:picChg>
        <pc:picChg chg="add del mod">
          <ac:chgData name="Chien-Ming Chen" userId="2ed555a260ca561e" providerId="LiveId" clId="{FC9110E3-8632-433E-BF9D-9E887B05ECBC}" dt="2023-07-03T16:59:16.434" v="2765"/>
          <ac:picMkLst>
            <pc:docMk/>
            <pc:sldMk cId="1219958557" sldId="302"/>
            <ac:picMk id="60" creationId="{983754F0-EBB6-6A6E-7CEA-6590BFCF440C}"/>
          </ac:picMkLst>
        </pc:picChg>
        <pc:picChg chg="add del mod ord">
          <ac:chgData name="Chien-Ming Chen" userId="2ed555a260ca561e" providerId="LiveId" clId="{FC9110E3-8632-433E-BF9D-9E887B05ECBC}" dt="2023-07-03T17:00:03.034" v="2766"/>
          <ac:picMkLst>
            <pc:docMk/>
            <pc:sldMk cId="1219958557" sldId="302"/>
            <ac:picMk id="62" creationId="{8398FAB8-172D-8EBD-3889-0D688463BBF5}"/>
          </ac:picMkLst>
        </pc:picChg>
        <pc:picChg chg="add del mod">
          <ac:chgData name="Chien-Ming Chen" userId="2ed555a260ca561e" providerId="LiveId" clId="{FC9110E3-8632-433E-BF9D-9E887B05ECBC}" dt="2023-07-03T17:00:03.755" v="2768"/>
          <ac:picMkLst>
            <pc:docMk/>
            <pc:sldMk cId="1219958557" sldId="302"/>
            <ac:picMk id="63" creationId="{B9276743-FE59-581A-675A-5EE789D30B33}"/>
          </ac:picMkLst>
        </pc:picChg>
        <pc:picChg chg="add del mod ord">
          <ac:chgData name="Chien-Ming Chen" userId="2ed555a260ca561e" providerId="LiveId" clId="{FC9110E3-8632-433E-BF9D-9E887B05ECBC}" dt="2023-07-03T17:00:10.527" v="2769"/>
          <ac:picMkLst>
            <pc:docMk/>
            <pc:sldMk cId="1219958557" sldId="302"/>
            <ac:picMk id="66" creationId="{F449E6B9-84F0-EF84-A334-D5F502A0C770}"/>
          </ac:picMkLst>
        </pc:picChg>
        <pc:picChg chg="add del mod">
          <ac:chgData name="Chien-Ming Chen" userId="2ed555a260ca561e" providerId="LiveId" clId="{FC9110E3-8632-433E-BF9D-9E887B05ECBC}" dt="2023-07-03T17:00:11.264" v="2771"/>
          <ac:picMkLst>
            <pc:docMk/>
            <pc:sldMk cId="1219958557" sldId="302"/>
            <ac:picMk id="67" creationId="{8B24423B-EEDE-38AB-D878-79A152E596A0}"/>
          </ac:picMkLst>
        </pc:picChg>
        <pc:picChg chg="add del mod ord">
          <ac:chgData name="Chien-Ming Chen" userId="2ed555a260ca561e" providerId="LiveId" clId="{FC9110E3-8632-433E-BF9D-9E887B05ECBC}" dt="2023-07-03T17:00:17.365" v="2772"/>
          <ac:picMkLst>
            <pc:docMk/>
            <pc:sldMk cId="1219958557" sldId="302"/>
            <ac:picMk id="70" creationId="{6554AA1B-5950-47CE-203B-B33C8DD07C22}"/>
          </ac:picMkLst>
        </pc:picChg>
        <pc:picChg chg="add del mod">
          <ac:chgData name="Chien-Ming Chen" userId="2ed555a260ca561e" providerId="LiveId" clId="{FC9110E3-8632-433E-BF9D-9E887B05ECBC}" dt="2023-07-03T17:00:18.131" v="2774"/>
          <ac:picMkLst>
            <pc:docMk/>
            <pc:sldMk cId="1219958557" sldId="302"/>
            <ac:picMk id="71" creationId="{544A4F51-6C9E-4A35-4AEA-9C81C9EB0C30}"/>
          </ac:picMkLst>
        </pc:picChg>
        <pc:picChg chg="add del mod ord">
          <ac:chgData name="Chien-Ming Chen" userId="2ed555a260ca561e" providerId="LiveId" clId="{FC9110E3-8632-433E-BF9D-9E887B05ECBC}" dt="2023-07-03T17:00:23.976" v="2775"/>
          <ac:picMkLst>
            <pc:docMk/>
            <pc:sldMk cId="1219958557" sldId="302"/>
            <ac:picMk id="74" creationId="{600D640C-85AE-5E79-FC5C-9E1302B3335C}"/>
          </ac:picMkLst>
        </pc:picChg>
        <pc:picChg chg="add del mod">
          <ac:chgData name="Chien-Ming Chen" userId="2ed555a260ca561e" providerId="LiveId" clId="{FC9110E3-8632-433E-BF9D-9E887B05ECBC}" dt="2023-07-03T17:00:28.657" v="2777"/>
          <ac:picMkLst>
            <pc:docMk/>
            <pc:sldMk cId="1219958557" sldId="302"/>
            <ac:picMk id="75" creationId="{0E5185A4-17AC-DD62-9918-06172C8786ED}"/>
          </ac:picMkLst>
        </pc:picChg>
        <pc:picChg chg="add del mod ord">
          <ac:chgData name="Chien-Ming Chen" userId="2ed555a260ca561e" providerId="LiveId" clId="{FC9110E3-8632-433E-BF9D-9E887B05ECBC}" dt="2023-07-03T17:04:03.232" v="2778"/>
          <ac:picMkLst>
            <pc:docMk/>
            <pc:sldMk cId="1219958557" sldId="302"/>
            <ac:picMk id="79" creationId="{B48F39F1-5AB9-C1CD-0BCF-3AC6CAA829B0}"/>
          </ac:picMkLst>
        </pc:picChg>
        <pc:picChg chg="add mod">
          <ac:chgData name="Chien-Ming Chen" userId="2ed555a260ca561e" providerId="LiveId" clId="{FC9110E3-8632-433E-BF9D-9E887B05ECBC}" dt="2023-07-03T17:04:03.232" v="2778"/>
          <ac:picMkLst>
            <pc:docMk/>
            <pc:sldMk cId="1219958557" sldId="302"/>
            <ac:picMk id="81" creationId="{3B81ED7D-7E8A-1B17-49E1-C8D5CB6DF685}"/>
          </ac:picMkLst>
        </pc:picChg>
        <pc:inkChg chg="add del">
          <ac:chgData name="Chien-Ming Chen" userId="2ed555a260ca561e" providerId="LiveId" clId="{FC9110E3-8632-433E-BF9D-9E887B05ECBC}" dt="2023-07-03T16:51:56.679" v="2727"/>
          <ac:inkMkLst>
            <pc:docMk/>
            <pc:sldMk cId="1219958557" sldId="302"/>
            <ac:inkMk id="29" creationId="{E24A2E7E-59DE-254F-3B3B-069E9151658B}"/>
          </ac:inkMkLst>
        </pc:inkChg>
        <pc:inkChg chg="add del">
          <ac:chgData name="Chien-Ming Chen" userId="2ed555a260ca561e" providerId="LiveId" clId="{FC9110E3-8632-433E-BF9D-9E887B05ECBC}" dt="2023-07-03T16:54:14.314" v="2730"/>
          <ac:inkMkLst>
            <pc:docMk/>
            <pc:sldMk cId="1219958557" sldId="302"/>
            <ac:inkMk id="34" creationId="{46850D32-3919-3D54-B53F-919C46CC6424}"/>
          </ac:inkMkLst>
        </pc:inkChg>
        <pc:inkChg chg="add del">
          <ac:chgData name="Chien-Ming Chen" userId="2ed555a260ca561e" providerId="LiveId" clId="{FC9110E3-8632-433E-BF9D-9E887B05ECBC}" dt="2023-07-03T16:57:38.604" v="2736"/>
          <ac:inkMkLst>
            <pc:docMk/>
            <pc:sldMk cId="1219958557" sldId="302"/>
            <ac:inkMk id="43" creationId="{3F1D56D4-5F8D-A728-1887-668B965FB4B3}"/>
          </ac:inkMkLst>
        </pc:inkChg>
        <pc:inkChg chg="add">
          <ac:chgData name="Chien-Ming Chen" userId="2ed555a260ca561e" providerId="LiveId" clId="{FC9110E3-8632-433E-BF9D-9E887B05ECBC}" dt="2023-07-03T17:04:03.232" v="2778"/>
          <ac:inkMkLst>
            <pc:docMk/>
            <pc:sldMk cId="1219958557" sldId="302"/>
            <ac:inkMk id="80" creationId="{526E933E-A196-070A-C795-FA4684A7DB5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3-07-03T16:04:39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32159 16397 0</inkml:trace>
  <inkml:trace contextRef="#ctx0" brushRef="#br0" timeOffset="6057">30478 17737 0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3-07-03T16:08:29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24357 4702 0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3-07-03T16:21:12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23645 4492 0,'0'0'1,"64"-26"-1,-12 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9C1FB-B27C-4D3E-8793-D5585C4A97F8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8FF5D-364F-4470-BB3B-78E6B6C55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8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90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80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  <a:p>
            <a:r>
              <a:rPr lang="fr-FR" dirty="0" err="1">
                <a:solidFill>
                  <a:srgbClr val="C397D8"/>
                </a:solidFill>
                <a:effectLst/>
              </a:rPr>
              <a:t>sum</a:t>
            </a:r>
            <a:r>
              <a:rPr lang="fr-FR" dirty="0">
                <a:solidFill>
                  <a:srgbClr val="C397D8"/>
                </a:solidFill>
                <a:effectLst/>
              </a:rPr>
              <a:t>(</a:t>
            </a:r>
            <a:r>
              <a:rPr lang="fr-FR" dirty="0" err="1">
                <a:solidFill>
                  <a:srgbClr val="C397D8"/>
                </a:solidFill>
                <a:effectLst/>
              </a:rPr>
              <a:t>car$prob</a:t>
            </a:r>
            <a:r>
              <a:rPr lang="fr-FR" dirty="0">
                <a:solidFill>
                  <a:srgbClr val="C397D8"/>
                </a:solidFill>
                <a:effectLst/>
              </a:rPr>
              <a:t>[</a:t>
            </a:r>
            <a:r>
              <a:rPr lang="fr-FR" dirty="0" err="1">
                <a:solidFill>
                  <a:srgbClr val="C397D8"/>
                </a:solidFill>
                <a:effectLst/>
              </a:rPr>
              <a:t>car$y</a:t>
            </a:r>
            <a:r>
              <a:rPr lang="fr-FR" dirty="0">
                <a:solidFill>
                  <a:srgbClr val="C397D8"/>
                </a:solidFill>
                <a:effectLst/>
              </a:rPr>
              <a:t>==1])</a:t>
            </a:r>
          </a:p>
          <a:p>
            <a:r>
              <a:rPr lang="en-US" dirty="0">
                <a:effectLst/>
              </a:rPr>
              <a:t>0.37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8FF5D-364F-4470-BB3B-78E6B6C551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2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mp"/><Relationship Id="rId5" Type="http://schemas.openxmlformats.org/officeDocument/2006/relationships/image" Target="../media/image1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Bivariate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17">
        <p:fade/>
      </p:transition>
    </mc:Choice>
    <mc:Fallback xmlns="">
      <p:transition spd="med" advTm="51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7D2-E5F9-44DA-A986-16BAFD9E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bivariate distribution: brief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DD55-B72D-4135-A5DC-43494B582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87" y="15582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bivariate distribution is the probability distribution of two random variables.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A NTU student’s height and weight</a:t>
            </a:r>
          </a:p>
          <a:p>
            <a:r>
              <a:rPr lang="en-US" dirty="0"/>
              <a:t>A company’s profit and size</a:t>
            </a:r>
          </a:p>
          <a:p>
            <a:r>
              <a:rPr lang="en-US" dirty="0"/>
              <a:t>A patients’ heart rate and blood pressure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914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990"/>
    </mc:Choice>
    <mc:Fallback xmlns="">
      <p:transition spd="slow" advTm="1389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E9DD6-2CA1-E566-7611-5621E0D6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RV #1 +  RV #2 = a bivariate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7120-A205-01CB-BB3B-9E97BDBC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602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bivariate distribution depends on how (much) the two</a:t>
            </a:r>
            <a:r>
              <a:rPr lang="zh-TW" altLang="en-US" dirty="0"/>
              <a:t> </a:t>
            </a:r>
            <a:r>
              <a:rPr lang="en-US" altLang="zh-TW" dirty="0"/>
              <a:t>RV‘s </a:t>
            </a:r>
            <a:r>
              <a:rPr lang="en-US" dirty="0"/>
              <a:t>are related—an infinite number of possibilities.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NTU students’ heights and weights are related in a different way than those of NUS students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in general, we can’t somehow “combine” the two distributions to derive their bivariate distribution.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37BDA5-52AE-61C5-C3BF-7322EB6B5AC9}"/>
                  </a:ext>
                </a:extLst>
              </p14:cNvPr>
              <p14:cNvContentPartPr/>
              <p14:nvPr/>
            </p14:nvContentPartPr>
            <p14:xfrm>
              <a:off x="10972080" y="5902920"/>
              <a:ext cx="605520" cy="482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37BDA5-52AE-61C5-C3BF-7322EB6B5A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62720" y="5893560"/>
                <a:ext cx="62424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19D4589-3B53-6DDC-C197-42C659F172C2}"/>
                  </a:ext>
                </a:extLst>
              </p14:cNvPr>
              <p14:cNvContentPartPr/>
              <p14:nvPr/>
            </p14:nvContentPartPr>
            <p14:xfrm>
              <a:off x="8768520" y="1692720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19D4589-3B53-6DDC-C197-42C659F172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59160" y="168336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6792748-C4CB-DBDD-1CF2-28F74C2B05E3}"/>
                  </a:ext>
                </a:extLst>
              </p14:cNvPr>
              <p14:cNvContentPartPr/>
              <p14:nvPr/>
            </p14:nvContentPartPr>
            <p14:xfrm>
              <a:off x="8512200" y="1601640"/>
              <a:ext cx="42120" cy="158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6792748-C4CB-DBDD-1CF2-28F74C2B05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02840" y="1592280"/>
                <a:ext cx="60840" cy="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56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034"/>
    </mc:Choice>
    <mc:Fallback xmlns="">
      <p:transition spd="slow" advTm="13203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7D2-E5F9-44DA-A986-16BAFD9E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 of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5DD55-B72D-4135-A5DC-43494B582A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287" y="1558206"/>
                <a:ext cx="10515600" cy="476639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When the two RV’s are independent, their bivariate distribution can be characterized in a specific manner.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Definition: For two independent RV’s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their bivariate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E.g., throwing two dice.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Note: Independence is a much stronger property than “zero correlation.” Independence requires the two variables are unrelated in any way possible.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5DD55-B72D-4135-A5DC-43494B582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287" y="1558206"/>
                <a:ext cx="10515600" cy="4766394"/>
              </a:xfrm>
              <a:blipFill>
                <a:blip r:embed="rId5"/>
                <a:stretch>
                  <a:fillRect l="-1159" t="-2941" r="-870" b="-5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1995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819"/>
    </mc:Choice>
    <mc:Fallback xmlns="">
      <p:transition spd="slow" advTm="2108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5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A company producing hotdog buns took 10 of them to inspect their quality. Each consists of a “bun” and a “hotdog.”</a:t>
            </a:r>
          </a:p>
          <a:p>
            <a:pPr marL="0" indent="0">
              <a:buNone/>
            </a:pPr>
            <a:r>
              <a:rPr lang="en-SG" dirty="0"/>
              <a:t>The # buns not meeting the quality standard followed a binomial </a:t>
            </a:r>
            <a:r>
              <a:rPr lang="en-SG" dirty="0" err="1"/>
              <a:t>dist</a:t>
            </a:r>
            <a:r>
              <a:rPr lang="en-SG" dirty="0"/>
              <a:t> with 0.1 probability; and for the hotdog, the probability is 0.2. 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SG" i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Hot dog in a bun | Free SVG">
            <a:extLst>
              <a:ext uri="{FF2B5EF4-FFF2-40B4-BE49-F238E27FC236}">
                <a16:creationId xmlns:a16="http://schemas.microsoft.com/office/drawing/2014/main" id="{0326B93A-4475-A143-ED49-37E8E0386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01" y="3882049"/>
            <a:ext cx="1989922" cy="198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66570977-9FBA-8F52-FD6D-57F0A30DCF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4" r="4487"/>
          <a:stretch/>
        </p:blipFill>
        <p:spPr>
          <a:xfrm>
            <a:off x="2828122" y="3718198"/>
            <a:ext cx="4124650" cy="27746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419F67-93D3-F418-95B6-ED517273E761}"/>
              </a:ext>
            </a:extLst>
          </p:cNvPr>
          <p:cNvSpPr txBox="1"/>
          <p:nvPr/>
        </p:nvSpPr>
        <p:spPr>
          <a:xfrm>
            <a:off x="200053" y="64817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plot(0:10,dbinom(0:10,10,0.1),col='red',</a:t>
            </a:r>
            <a:r>
              <a:rPr lang="en-US" dirty="0" err="1"/>
              <a:t>pch</a:t>
            </a:r>
            <a:r>
              <a:rPr lang="en-US" dirty="0"/>
              <a:t>=19)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2FE5D1FD-18AC-F0C4-8D69-F4AC5FD5FF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A6F91C73-EBA7-9F16-5000-BE1ABD1F159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3" r="3648"/>
          <a:stretch/>
        </p:blipFill>
        <p:spPr>
          <a:xfrm>
            <a:off x="7323288" y="3687705"/>
            <a:ext cx="4277473" cy="29021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039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713"/>
    </mc:Choice>
    <mc:Fallback xmlns="">
      <p:transition spd="slow" advTm="67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">
            <a:extLst>
              <a:ext uri="{FF2B5EF4-FFF2-40B4-BE49-F238E27FC236}">
                <a16:creationId xmlns:a16="http://schemas.microsoft.com/office/drawing/2014/main" id="{CE19C133-CEF2-4CEE-3F99-15542FB2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625" y="2666838"/>
            <a:ext cx="6150877" cy="43288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A012C-5845-F3D3-B762-768CA67272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374573"/>
                <a:ext cx="10729511" cy="580239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probability distribution of the two RV’s?</a:t>
                </a:r>
              </a:p>
              <a:p>
                <a:pPr marL="0" indent="0">
                  <a:buNone/>
                </a:pPr>
                <a:r>
                  <a:rPr lang="en-US" dirty="0"/>
                  <a:t>-If they are not independent, then their bivariate distribution would depend on how and how much they are related. </a:t>
                </a:r>
              </a:p>
              <a:p>
                <a:pPr marL="0" indent="0">
                  <a:buNone/>
                </a:pPr>
                <a:r>
                  <a:rPr lang="en-US" dirty="0"/>
                  <a:t>-If the two variables are </a:t>
                </a:r>
                <a:r>
                  <a:rPr lang="en-US" i="1" u="sng" dirty="0"/>
                  <a:t>statistically independent</a:t>
                </a:r>
                <a:r>
                  <a:rPr lang="en-US" dirty="0"/>
                  <a:t>, then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altLang="zh-TW" dirty="0"/>
                  <a:t>E.g.,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𝐵𝑎𝑑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𝑏𝑢𝑛𝑠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𝐵𝑎𝑑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h𝑜𝑡𝑑𝑜𝑔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𝐵𝑎𝑑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𝑏𝑢𝑛𝑠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)∗</m:t>
                            </m:r>
                            <m:r>
                              <m:rPr>
                                <m:sty m:val="p"/>
                              </m:rPr>
                              <a:rPr lang="en-SG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𝐵𝑎𝑑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h𝑜𝑡𝑑𝑜𝑔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SG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0.1169971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A012C-5845-F3D3-B762-768CA6727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374573"/>
                <a:ext cx="10729511" cy="5802390"/>
              </a:xfrm>
              <a:blipFill>
                <a:blip r:embed="rId6"/>
                <a:stretch>
                  <a:fillRect l="-1136" t="-16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94DE49E-C324-8D35-70B1-A35558E11DFE}"/>
              </a:ext>
            </a:extLst>
          </p:cNvPr>
          <p:cNvSpPr txBox="1"/>
          <p:nvPr/>
        </p:nvSpPr>
        <p:spPr>
          <a:xfrm>
            <a:off x="297455" y="6488668"/>
            <a:ext cx="2913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Created using scatterplot3d()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396B55AE-B2D1-1C09-138F-6EE97C10420E}"/>
              </a:ext>
            </a:extLst>
          </p:cNvPr>
          <p:cNvSpPr txBox="1"/>
          <p:nvPr/>
        </p:nvSpPr>
        <p:spPr>
          <a:xfrm>
            <a:off x="8846127" y="3103418"/>
            <a:ext cx="3263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 bivariate distribution is the probability of observing the two RV taking certain values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D6D155B-3DB0-BEC9-71FD-49EE9F8BD3D5}"/>
              </a:ext>
            </a:extLst>
          </p:cNvPr>
          <p:cNvSpPr txBox="1"/>
          <p:nvPr/>
        </p:nvSpPr>
        <p:spPr>
          <a:xfrm>
            <a:off x="392624" y="5008340"/>
            <a:ext cx="32635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But ….in practice, X and Y can be related in many different ways and degree. Each level of relatedness will result in a different bivariate distribution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185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127"/>
    </mc:Choice>
    <mc:Fallback xmlns="">
      <p:transition spd="slow" advTm="1931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/>
      <p:bldP spid="2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532F-033C-4557-A589-F1EBBF53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 CSV file into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2078A-565C-4EB4-AC0C-9B9C3DB55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435229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SG" dirty="0"/>
                  <a:t>To examine car ownership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# of cars) and household size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: # of persons in a family), a survey is conducted among 100 households. Results are in the table.</a:t>
                </a:r>
              </a:p>
              <a:p>
                <a:r>
                  <a:rPr lang="en-SG" dirty="0"/>
                  <a:t>Use “car=read.csv(</a:t>
                </a:r>
                <a:r>
                  <a:rPr lang="en-SG" dirty="0" err="1"/>
                  <a:t>file.choose</a:t>
                </a:r>
                <a:r>
                  <a:rPr lang="en-SG" dirty="0"/>
                  <a:t>())” command to select and load car.csv from where you save the file</a:t>
                </a:r>
              </a:p>
              <a:p>
                <a:pPr marL="0" indent="0">
                  <a:buNone/>
                </a:pPr>
                <a:r>
                  <a:rPr lang="en-SG" dirty="0"/>
                  <a:t>-&gt;</a:t>
                </a:r>
                <a:r>
                  <a:rPr lang="en-SG" dirty="0" err="1"/>
                  <a:t>file.choose</a:t>
                </a:r>
                <a:r>
                  <a:rPr lang="en-SG" dirty="0"/>
                  <a:t>() for you to select the file interactively</a:t>
                </a:r>
              </a:p>
              <a:p>
                <a:r>
                  <a:rPr lang="en-SG" dirty="0"/>
                  <a:t>We convert the frequencies to probabilities by dividing frequencies by the total</a:t>
                </a:r>
              </a:p>
              <a:p>
                <a:r>
                  <a:rPr lang="en-SG" dirty="0"/>
                  <a:t>If I want to append these probabilities to “car” as a new column under the name “prob,” can do this by “</a:t>
                </a:r>
                <a:r>
                  <a:rPr lang="en-SG" dirty="0" err="1"/>
                  <a:t>car$prob</a:t>
                </a:r>
                <a:r>
                  <a:rPr lang="en-SG" dirty="0"/>
                  <a:t> = </a:t>
                </a:r>
                <a:r>
                  <a:rPr lang="en-SG" dirty="0" err="1"/>
                  <a:t>car$frequencies</a:t>
                </a:r>
                <a:r>
                  <a:rPr lang="en-SG" dirty="0"/>
                  <a:t> / sum(</a:t>
                </a:r>
                <a:r>
                  <a:rPr lang="en-SG" dirty="0" err="1"/>
                  <a:t>car$frequencies</a:t>
                </a:r>
                <a:r>
                  <a:rPr lang="en-SG" dirty="0"/>
                  <a:t>)”</a:t>
                </a:r>
              </a:p>
              <a:p>
                <a:endParaRPr lang="en-SG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2078A-565C-4EB4-AC0C-9B9C3DB55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435229" cy="4351338"/>
              </a:xfrm>
              <a:blipFill>
                <a:blip r:embed="rId5"/>
                <a:stretch>
                  <a:fillRect l="-1302" t="-2801" r="-4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A38C1F1-5707-4485-A0AE-53F10628923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7"/>
          <a:stretch/>
        </p:blipFill>
        <p:spPr>
          <a:xfrm>
            <a:off x="9822180" y="1950122"/>
            <a:ext cx="1531620" cy="3720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B97A4-031F-21AC-CC97-44D3E7C373E9}"/>
              </a:ext>
            </a:extLst>
          </p:cNvPr>
          <p:cNvSpPr txBox="1"/>
          <p:nvPr/>
        </p:nvSpPr>
        <p:spPr>
          <a:xfrm>
            <a:off x="4937868" y="126248"/>
            <a:ext cx="7253204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i="1" dirty="0"/>
              <a:t>Now you’ve learned </a:t>
            </a:r>
          </a:p>
          <a:p>
            <a:pPr marL="342900" indent="-342900">
              <a:buAutoNum type="arabicParenBoth"/>
            </a:pPr>
            <a:r>
              <a:rPr lang="en-US" sz="2400" i="1" dirty="0"/>
              <a:t>How to import an external csv data file into R</a:t>
            </a:r>
          </a:p>
          <a:p>
            <a:pPr marL="342900" indent="-342900">
              <a:buAutoNum type="arabicParenBoth"/>
            </a:pPr>
            <a:r>
              <a:rPr lang="en-US" sz="2400" i="1" dirty="0"/>
              <a:t>How to add columns to an existing </a:t>
            </a:r>
            <a:r>
              <a:rPr lang="en-US" sz="2400" i="1" dirty="0" err="1"/>
              <a:t>dataframe</a:t>
            </a:r>
            <a:endParaRPr lang="en-US" sz="2400" i="1" dirty="0"/>
          </a:p>
          <a:p>
            <a:pPr marL="342900" indent="-342900">
              <a:buAutoNum type="arabicParenBoth"/>
            </a:pPr>
            <a:r>
              <a:rPr lang="en-US" sz="2400" i="1" dirty="0"/>
              <a:t>How to refer to a column and use the sum() function </a:t>
            </a:r>
          </a:p>
        </p:txBody>
      </p:sp>
    </p:spTree>
    <p:extLst>
      <p:ext uri="{BB962C8B-B14F-4D97-AF65-F5344CB8AC3E}">
        <p14:creationId xmlns:p14="http://schemas.microsoft.com/office/powerpoint/2010/main" val="405848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943"/>
    </mc:Choice>
    <mc:Fallback xmlns="">
      <p:transition spd="slow" advTm="1599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The distribution of a single RV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are called the marginal distributions, in relation to their joint distribution for (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)</a:t>
                </a:r>
              </a:p>
              <a:p>
                <a:r>
                  <a:rPr lang="en-SG" dirty="0"/>
                  <a:t>We can generate marginal distribution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(or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) by tabulating the probabilities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/>
                  <a:t> (or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in the joint distribution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9AF3BB4-B674-89A1-47B7-35CD6FE52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6355" y="3514381"/>
            <a:ext cx="1943404" cy="319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6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212"/>
    </mc:Choice>
    <mc:Fallback xmlns="">
      <p:transition spd="slow" advTm="19221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000" dirty="0"/>
              <a:t>Marginal probability: Calculating conditional sum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AC9260-81BB-4256-B547-E59ED63E4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858"/>
            <a:ext cx="10770772" cy="3237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i="1" dirty="0">
                <a:solidFill>
                  <a:schemeClr val="accent1"/>
                </a:solidFill>
              </a:rPr>
              <a:t>## How do we calculate </a:t>
            </a:r>
            <a:r>
              <a:rPr lang="en-SG" i="1" dirty="0" err="1">
                <a:solidFill>
                  <a:schemeClr val="accent1"/>
                </a:solidFill>
              </a:rPr>
              <a:t>Pr</a:t>
            </a:r>
            <a:r>
              <a:rPr lang="en-SG" i="1" dirty="0">
                <a:solidFill>
                  <a:schemeClr val="accent1"/>
                </a:solidFill>
              </a:rPr>
              <a:t>(X=1)?  </a:t>
            </a:r>
            <a:endParaRPr lang="en-SG" i="1" dirty="0"/>
          </a:p>
          <a:p>
            <a:pPr marL="0" indent="0">
              <a:buNone/>
            </a:pPr>
            <a:r>
              <a:rPr lang="en-SG" dirty="0"/>
              <a:t>&gt; sum(</a:t>
            </a:r>
            <a:r>
              <a:rPr lang="en-SG" dirty="0" err="1"/>
              <a:t>car$prob</a:t>
            </a:r>
            <a:r>
              <a:rPr lang="en-SG" dirty="0"/>
              <a:t>[</a:t>
            </a:r>
            <a:r>
              <a:rPr lang="en-SG" dirty="0" err="1"/>
              <a:t>car$x</a:t>
            </a:r>
            <a:r>
              <a:rPr lang="en-SG" dirty="0"/>
              <a:t>==1])</a:t>
            </a:r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2CF577-1972-9F63-DC93-F39F5E49588E}"/>
              </a:ext>
            </a:extLst>
          </p:cNvPr>
          <p:cNvCxnSpPr/>
          <p:nvPr/>
        </p:nvCxnSpPr>
        <p:spPr>
          <a:xfrm>
            <a:off x="1068636" y="3154790"/>
            <a:ext cx="480600" cy="397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08E710-415D-AD9C-AA80-5DCDDA1C11DA}"/>
              </a:ext>
            </a:extLst>
          </p:cNvPr>
          <p:cNvSpPr txBox="1"/>
          <p:nvPr/>
        </p:nvSpPr>
        <p:spPr>
          <a:xfrm>
            <a:off x="379987" y="2707727"/>
            <a:ext cx="1169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car: the entire table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E83C3-2CEF-F4A7-2630-8F09BA90EF09}"/>
              </a:ext>
            </a:extLst>
          </p:cNvPr>
          <p:cNvSpPr txBox="1"/>
          <p:nvPr/>
        </p:nvSpPr>
        <p:spPr>
          <a:xfrm>
            <a:off x="3929539" y="2523061"/>
            <a:ext cx="2071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Car$prob</a:t>
            </a:r>
            <a:r>
              <a:rPr lang="en-US" dirty="0"/>
              <a:t>: the column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E7E50C-4F1A-90D3-8B10-D0ED3DC96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411" y="3154790"/>
            <a:ext cx="2209667" cy="363320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2416B4-3DF0-B618-8103-BF868043607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3503364" y="2846227"/>
            <a:ext cx="426175" cy="380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867FF6F-E8BD-002F-CA52-0AF5D1B762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51" b="73542"/>
          <a:stretch/>
        </p:blipFill>
        <p:spPr>
          <a:xfrm>
            <a:off x="7177488" y="3259549"/>
            <a:ext cx="3449101" cy="14967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FE4A103-D49C-97C8-C0B8-E886AEC1030A}"/>
              </a:ext>
            </a:extLst>
          </p:cNvPr>
          <p:cNvSpPr txBox="1"/>
          <p:nvPr/>
        </p:nvSpPr>
        <p:spPr>
          <a:xfrm>
            <a:off x="9836462" y="2570693"/>
            <a:ext cx="1580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i="1" dirty="0" err="1">
                <a:solidFill>
                  <a:schemeClr val="accent1"/>
                </a:solidFill>
              </a:rPr>
              <a:t>Pr</a:t>
            </a:r>
            <a:r>
              <a:rPr lang="en-SG" i="1" dirty="0">
                <a:solidFill>
                  <a:schemeClr val="accent1"/>
                </a:solidFill>
              </a:rPr>
              <a:t>(X=1)</a:t>
            </a:r>
          </a:p>
          <a:p>
            <a:r>
              <a:rPr lang="en-SG" i="1" dirty="0">
                <a:solidFill>
                  <a:schemeClr val="accent1"/>
                </a:solidFill>
              </a:rPr>
              <a:t>=sum of…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6BAFC3-F8D2-C3E1-BCFF-599D9EEF4F1A}"/>
              </a:ext>
            </a:extLst>
          </p:cNvPr>
          <p:cNvSpPr txBox="1"/>
          <p:nvPr/>
        </p:nvSpPr>
        <p:spPr>
          <a:xfrm>
            <a:off x="4401442" y="3552457"/>
            <a:ext cx="245105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dirty="0" err="1"/>
              <a:t>car$x</a:t>
            </a:r>
            <a:r>
              <a:rPr lang="en-SG" dirty="0"/>
              <a:t>==1 by itself generates a True-False logical vector, where the positions satisfying the condition take “True” and “False” otherwise: </a:t>
            </a:r>
          </a:p>
          <a:p>
            <a:r>
              <a:rPr lang="en-SG" dirty="0"/>
              <a:t>[True </a:t>
            </a:r>
            <a:r>
              <a:rPr lang="en-SG" dirty="0" err="1"/>
              <a:t>True</a:t>
            </a:r>
            <a:r>
              <a:rPr lang="en-SG" dirty="0"/>
              <a:t> </a:t>
            </a:r>
            <a:r>
              <a:rPr lang="en-SG" dirty="0" err="1"/>
              <a:t>True</a:t>
            </a:r>
            <a:r>
              <a:rPr lang="en-SG" dirty="0"/>
              <a:t> </a:t>
            </a:r>
            <a:r>
              <a:rPr lang="en-SG" dirty="0" err="1"/>
              <a:t>True</a:t>
            </a:r>
            <a:r>
              <a:rPr lang="en-SG" dirty="0"/>
              <a:t>  False False…….]</a:t>
            </a:r>
            <a:endParaRPr lang="en-US" dirty="0"/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4B5DFD-5747-4D5D-4F27-8F191F36EAB5}"/>
              </a:ext>
            </a:extLst>
          </p:cNvPr>
          <p:cNvSpPr/>
          <p:nvPr/>
        </p:nvSpPr>
        <p:spPr>
          <a:xfrm>
            <a:off x="9857991" y="3259549"/>
            <a:ext cx="796730" cy="160433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Bent-Up 23">
            <a:extLst>
              <a:ext uri="{FF2B5EF4-FFF2-40B4-BE49-F238E27FC236}">
                <a16:creationId xmlns:a16="http://schemas.microsoft.com/office/drawing/2014/main" id="{F5DC79CF-F09A-8EAB-065D-EF0D7F70FF39}"/>
              </a:ext>
            </a:extLst>
          </p:cNvPr>
          <p:cNvSpPr/>
          <p:nvPr/>
        </p:nvSpPr>
        <p:spPr>
          <a:xfrm>
            <a:off x="6852492" y="4816248"/>
            <a:ext cx="3398050" cy="73589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Condition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E80530-2C54-B5AB-1720-435212144F94}"/>
              </a:ext>
            </a:extLst>
          </p:cNvPr>
          <p:cNvSpPr/>
          <p:nvPr/>
        </p:nvSpPr>
        <p:spPr>
          <a:xfrm>
            <a:off x="3294983" y="3169392"/>
            <a:ext cx="496270" cy="36186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AA79C8B-175C-51B0-0F15-20FB65BAEC6F}"/>
              </a:ext>
            </a:extLst>
          </p:cNvPr>
          <p:cNvSpPr/>
          <p:nvPr/>
        </p:nvSpPr>
        <p:spPr>
          <a:xfrm>
            <a:off x="3791253" y="4616067"/>
            <a:ext cx="610189" cy="380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5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480"/>
    </mc:Choice>
    <mc:Fallback xmlns="">
      <p:transition spd="slow" advTm="5348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B614-269B-4E0A-B56E-1CF0EAE5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EAC9260-81BB-4256-B547-E59ED63E44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6288" y="1456038"/>
                <a:ext cx="5521359" cy="48456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dirty="0">
                    <a:solidFill>
                      <a:schemeClr val="accent1"/>
                    </a:solidFill>
                  </a:rPr>
                  <a:t>## </a:t>
                </a:r>
                <a:r>
                  <a:rPr lang="en-SG" dirty="0" err="1">
                    <a:solidFill>
                      <a:schemeClr val="accent1"/>
                    </a:solidFill>
                  </a:rPr>
                  <a:t>Pr</a:t>
                </a:r>
                <a:r>
                  <a:rPr lang="en-SG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SG" dirty="0">
                    <a:solidFill>
                      <a:schemeClr val="accent1"/>
                    </a:solidFill>
                  </a:rPr>
                  <a:t>2)?  </a:t>
                </a:r>
                <a:endParaRPr lang="en-S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dirty="0"/>
                  <a:t>&gt; sum(</a:t>
                </a:r>
                <a:r>
                  <a:rPr lang="en-SG" dirty="0" err="1"/>
                  <a:t>car$prob</a:t>
                </a:r>
                <a:r>
                  <a:rPr lang="en-SG" dirty="0"/>
                  <a:t>[</a:t>
                </a:r>
                <a:r>
                  <a:rPr lang="en-SG" dirty="0" err="1"/>
                  <a:t>car$y</a:t>
                </a:r>
                <a:r>
                  <a:rPr lang="en-SG" dirty="0"/>
                  <a:t>&gt;=2])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dirty="0">
                    <a:solidFill>
                      <a:schemeClr val="accent1"/>
                    </a:solidFill>
                  </a:rPr>
                  <a:t>## </a:t>
                </a:r>
                <a:r>
                  <a:rPr lang="en-SG" dirty="0" err="1">
                    <a:solidFill>
                      <a:schemeClr val="accent1"/>
                    </a:solidFill>
                  </a:rPr>
                  <a:t>Pr</a:t>
                </a:r>
                <a:r>
                  <a:rPr lang="en-SG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≠2)</m:t>
                    </m:r>
                  </m:oMath>
                </a14:m>
                <a:r>
                  <a:rPr lang="en-SG" dirty="0">
                    <a:solidFill>
                      <a:schemeClr val="accent1"/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dirty="0"/>
                  <a:t>&gt; sum(</a:t>
                </a:r>
                <a:r>
                  <a:rPr lang="en-SG" dirty="0" err="1"/>
                  <a:t>car$prob</a:t>
                </a:r>
                <a:r>
                  <a:rPr lang="en-SG" dirty="0"/>
                  <a:t>[</a:t>
                </a:r>
                <a:r>
                  <a:rPr lang="en-SG" dirty="0" err="1"/>
                  <a:t>car$y</a:t>
                </a:r>
                <a:r>
                  <a:rPr lang="en-SG" dirty="0"/>
                  <a:t>!=2])</a:t>
                </a:r>
              </a:p>
              <a:p>
                <a:pPr marL="0" indent="0">
                  <a:buNone/>
                </a:pPr>
                <a:r>
                  <a:rPr lang="en-SG" dirty="0">
                    <a:solidFill>
                      <a:schemeClr val="accent1"/>
                    </a:solidFill>
                  </a:rPr>
                  <a:t>## </a:t>
                </a:r>
                <a:r>
                  <a:rPr lang="en-SG" dirty="0" err="1">
                    <a:solidFill>
                      <a:schemeClr val="accent1"/>
                    </a:solidFill>
                  </a:rPr>
                  <a:t>Pr</a:t>
                </a:r>
                <a:r>
                  <a:rPr lang="en-SG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>
                    <a:solidFill>
                      <a:schemeClr val="accent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SG" dirty="0"/>
                  <a:t>&gt; sum(</a:t>
                </a:r>
                <a:r>
                  <a:rPr lang="en-SG" dirty="0" err="1"/>
                  <a:t>car$prob</a:t>
                </a:r>
                <a:r>
                  <a:rPr lang="en-SG" dirty="0"/>
                  <a:t>[</a:t>
                </a:r>
                <a:r>
                  <a:rPr lang="en-SG" dirty="0" err="1"/>
                  <a:t>car$y</a:t>
                </a:r>
                <a:r>
                  <a:rPr lang="en-SG" dirty="0"/>
                  <a:t>!= </a:t>
                </a:r>
                <a:r>
                  <a:rPr lang="en-SG" dirty="0" err="1"/>
                  <a:t>car$x</a:t>
                </a:r>
                <a:r>
                  <a:rPr lang="en-SG" dirty="0"/>
                  <a:t>])</a:t>
                </a:r>
              </a:p>
              <a:p>
                <a:pPr marL="0" indent="0">
                  <a:buNone/>
                </a:pPr>
                <a:r>
                  <a:rPr lang="en-SG" dirty="0">
                    <a:solidFill>
                      <a:schemeClr val="accent1"/>
                    </a:solidFill>
                  </a:rPr>
                  <a:t>## </a:t>
                </a:r>
                <a:r>
                  <a:rPr lang="en-SG" dirty="0" err="1">
                    <a:solidFill>
                      <a:schemeClr val="accent1"/>
                    </a:solidFill>
                  </a:rPr>
                  <a:t>Pr</a:t>
                </a:r>
                <a:r>
                  <a:rPr lang="en-SG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≤2 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≥1)</m:t>
                    </m:r>
                  </m:oMath>
                </a14:m>
                <a:endParaRPr lang="en-SG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SG" dirty="0"/>
                  <a:t>&gt; sum(</a:t>
                </a:r>
                <a:r>
                  <a:rPr lang="en-SG" dirty="0" err="1"/>
                  <a:t>car$prob</a:t>
                </a:r>
                <a:r>
                  <a:rPr lang="en-SG" dirty="0"/>
                  <a:t>[</a:t>
                </a:r>
                <a:r>
                  <a:rPr lang="en-SG" dirty="0" err="1"/>
                  <a:t>car$x</a:t>
                </a:r>
                <a:r>
                  <a:rPr lang="en-SG" dirty="0"/>
                  <a:t>&lt;=2 &amp; </a:t>
                </a:r>
                <a:r>
                  <a:rPr lang="en-SG" dirty="0" err="1"/>
                  <a:t>car$y</a:t>
                </a:r>
                <a:r>
                  <a:rPr lang="en-SG" dirty="0"/>
                  <a:t>&gt;=1])</a:t>
                </a:r>
              </a:p>
              <a:p>
                <a:pPr marL="0" indent="0">
                  <a:buNone/>
                </a:pPr>
                <a:r>
                  <a:rPr lang="en-SG" dirty="0">
                    <a:solidFill>
                      <a:schemeClr val="accent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EAC9260-81BB-4256-B547-E59ED63E4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288" y="1456038"/>
                <a:ext cx="5521359" cy="4845610"/>
              </a:xfrm>
              <a:prstGeom prst="rect">
                <a:avLst/>
              </a:prstGeom>
              <a:blipFill>
                <a:blip r:embed="rId4"/>
                <a:stretch>
                  <a:fillRect l="-2320" t="-2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44B7C1-4A25-35E3-8C22-F11DFB467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281865"/>
              </p:ext>
            </p:extLst>
          </p:nvPr>
        </p:nvGraphicFramePr>
        <p:xfrm>
          <a:off x="838200" y="1533065"/>
          <a:ext cx="4054207" cy="3791870"/>
        </p:xfrm>
        <a:graphic>
          <a:graphicData uri="http://schemas.openxmlformats.org/drawingml/2006/table">
            <a:tbl>
              <a:tblPr/>
              <a:tblGrid>
                <a:gridCol w="1274042">
                  <a:extLst>
                    <a:ext uri="{9D8B030D-6E8A-4147-A177-3AD203B41FA5}">
                      <a16:colId xmlns:a16="http://schemas.microsoft.com/office/drawing/2014/main" val="4267603794"/>
                    </a:ext>
                  </a:extLst>
                </a:gridCol>
                <a:gridCol w="2780165">
                  <a:extLst>
                    <a:ext uri="{9D8B030D-6E8A-4147-A177-3AD203B41FA5}">
                      <a16:colId xmlns:a16="http://schemas.microsoft.com/office/drawing/2014/main" val="85485863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Operator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Description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878379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&lt;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less than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095849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&lt;=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less than or equal to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680362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effectLst/>
                        </a:rPr>
                        <a:t>&gt;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greater than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049267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&gt;=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greater than or equal to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897558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==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exactly equal to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54628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!=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not equal to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572137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effectLst/>
                        </a:rPr>
                        <a:t> 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0595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x | y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x OR y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77774"/>
                  </a:ext>
                </a:extLst>
              </a:tr>
              <a:tr h="379187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x &amp; y</a:t>
                      </a:r>
                      <a:endParaRPr lang="en-US">
                        <a:effectLst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x AND y</a:t>
                      </a: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546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28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127"/>
    </mc:Choice>
    <mc:Fallback xmlns="">
      <p:transition spd="slow" advTm="8412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C7FA-1075-45FA-8631-328483E6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92FBA-5C9C-456C-9382-53FE77DAC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Bivariate and marginal distributions</a:t>
            </a:r>
          </a:p>
          <a:p>
            <a:r>
              <a:rPr lang="en-US" dirty="0"/>
              <a:t>R commands</a:t>
            </a:r>
          </a:p>
          <a:p>
            <a:pPr>
              <a:buFontTx/>
              <a:buChar char="-"/>
            </a:pPr>
            <a:r>
              <a:rPr lang="en-US" dirty="0"/>
              <a:t>How to load a csv file from the computer</a:t>
            </a:r>
          </a:p>
          <a:p>
            <a:pPr>
              <a:buFontTx/>
              <a:buChar char="-"/>
            </a:pPr>
            <a:r>
              <a:rPr lang="en-US" dirty="0"/>
              <a:t>How to append a column (with a name) to an existing data structure</a:t>
            </a:r>
          </a:p>
          <a:p>
            <a:pPr>
              <a:buFontTx/>
              <a:buChar char="-"/>
            </a:pPr>
            <a:r>
              <a:rPr lang="en-US" dirty="0"/>
              <a:t>How to calculate probabilities from a bivariate distribution (conditional sum)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93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70"/>
    </mc:Choice>
    <mc:Fallback xmlns="">
      <p:transition spd="slow" advTm="2647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2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2|15.8|18.5|44.9|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3.9|27.8|0.6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33.8|29|52.9|48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899</Words>
  <Application>Microsoft Office PowerPoint</Application>
  <PresentationFormat>Widescreen</PresentationFormat>
  <Paragraphs>104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Bivariate distributions</vt:lpstr>
      <vt:lpstr>A bivariate distribution: brief introduction</vt:lpstr>
      <vt:lpstr>RV #1 +  RV #2 = a bivariate distribution?</vt:lpstr>
      <vt:lpstr>Independence of random variables</vt:lpstr>
      <vt:lpstr>Example</vt:lpstr>
      <vt:lpstr>PowerPoint Presentation</vt:lpstr>
      <vt:lpstr>Loading a CSV file into R</vt:lpstr>
      <vt:lpstr>Marginal distributions</vt:lpstr>
      <vt:lpstr>Marginal probability: Calculating conditional sum</vt:lpstr>
      <vt:lpstr>Logical Operators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202</cp:revision>
  <dcterms:created xsi:type="dcterms:W3CDTF">2018-07-30T07:45:11Z</dcterms:created>
  <dcterms:modified xsi:type="dcterms:W3CDTF">2023-07-06T06:21:34Z</dcterms:modified>
</cp:coreProperties>
</file>